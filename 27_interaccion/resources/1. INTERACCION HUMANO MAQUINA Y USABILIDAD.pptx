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media/image15.emf" ContentType="image/x-emf"/>
  <Override PartName="/ppt/media/image10.emf" ContentType="image/x-emf"/>
  <Override PartName="/ppt/media/image9.emf" ContentType="image/x-emf"/>
  <Override PartName="/ppt/media/image11.gif" ContentType="image/gif"/>
  <Override PartName="/ppt/media/image16.emf" ContentType="image/x-emf"/>
  <Override PartName="/ppt/media/image17.emf" ContentType="image/x-emf"/>
  <Override PartName="/ppt/slideMasters/slideMaster1.xml" ContentType="application/vnd.openxmlformats-officedocument.presentationml.slideMaster+xml"/>
  <Override PartName="/ppt/notesSlides/notesSlide15.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9144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914400"/>
            <a:r>
              <a:rPr lang="es-CO" sz="3600" b="1" u="none" strike="noStrike">
                <a:solidFill>
                  <a:schemeClr val="dk2"/>
                </a:solidFill>
                <a:effectLst/>
                <a:uFillTx/>
                <a:latin typeface="Calibri"/>
              </a:rPr>
              <a:t>Pulse para desplazar la diapositiva</a:t>
            </a:r>
            <a:endParaRPr lang="es-CO" sz="3600" b="1" u="none" strike="noStrike">
              <a:solidFill>
                <a:schemeClr val="dk2"/>
              </a:solidFill>
              <a:effectLst/>
              <a:uFillTx/>
              <a:latin typeface="Calibri"/>
            </a:endParaRPr>
          </a:p>
        </p:txBody>
      </p:sp>
      <p:sp>
        <p:nvSpPr>
          <p:cNvPr id="5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s-CO" sz="2000" b="0" u="none" strike="noStrike">
                <a:solidFill>
                  <a:srgbClr val="000000"/>
                </a:solidFill>
                <a:effectLst/>
                <a:uFillTx/>
                <a:latin typeface="Arial"/>
              </a:rPr>
              <a:t>Pulse para editar el formato de las notas</a:t>
            </a:r>
            <a:endParaRPr lang="es-CO" sz="2000" b="0" u="none" strike="noStrike">
              <a:solidFill>
                <a:srgbClr val="000000"/>
              </a:solidFill>
              <a:effectLst/>
              <a:uFillTx/>
              <a:latin typeface="Arial"/>
            </a:endParaRPr>
          </a:p>
        </p:txBody>
      </p:sp>
      <p:sp>
        <p:nvSpPr>
          <p:cNvPr id="5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s-CO" sz="1400" b="0" u="none" strike="noStrike">
                <a:solidFill>
                  <a:srgbClr val="000000"/>
                </a:solidFill>
                <a:effectLst/>
                <a:uFillTx/>
                <a:latin typeface="Times New Roman"/>
              </a:rPr>
              <a:t>&lt;cabecera&gt;</a:t>
            </a:r>
            <a:endParaRPr lang="es-CO" sz="1400" b="0" u="none" strike="noStrike">
              <a:solidFill>
                <a:srgbClr val="000000"/>
              </a:solidFill>
              <a:effectLst/>
              <a:uFillTx/>
              <a:latin typeface="Times New Roman"/>
            </a:endParaRPr>
          </a:p>
        </p:txBody>
      </p:sp>
      <p:sp>
        <p:nvSpPr>
          <p:cNvPr id="59" name="PlaceHolder 4"/>
          <p:cNvSpPr>
            <a:spLocks noGrp="1"/>
          </p:cNvSpPr>
          <p:nvPr>
            <p:ph type="dt" idx="28"/>
          </p:nvPr>
        </p:nvSpPr>
        <p:spPr>
          <a:xfrm>
            <a:off x="4399200" y="0"/>
            <a:ext cx="3372840" cy="502560"/>
          </a:xfrm>
          <a:prstGeom prst="rect">
            <a:avLst/>
          </a:prstGeom>
          <a:noFill/>
          <a:ln w="0">
            <a:noFill/>
          </a:ln>
        </p:spPr>
        <p:txBody>
          <a:bodyPr lIns="0" tIns="0" rIns="0" bIns="0" anchor="t">
            <a:noAutofit/>
          </a:bodyPr>
          <a:lstStyle>
            <a:lvl1pPr indent="0" algn="r">
              <a:buNone/>
              <a:defRPr lang="es-CO" sz="1400" b="0" u="none" strike="noStrike">
                <a:solidFill>
                  <a:srgbClr val="000000"/>
                </a:solidFill>
                <a:effectLst/>
                <a:uFillTx/>
                <a:latin typeface="Times New Roman"/>
              </a:defRPr>
            </a:lvl1pPr>
          </a:lstStyle>
          <a:p>
            <a:pPr indent="0" algn="r">
              <a:buNone/>
            </a:pPr>
            <a:r>
              <a:rPr lang="es-CO" sz="1400" b="0" u="none" strike="noStrike">
                <a:solidFill>
                  <a:srgbClr val="000000"/>
                </a:solidFill>
                <a:effectLst/>
                <a:uFillTx/>
                <a:latin typeface="Times New Roman"/>
              </a:rPr>
              <a:t>&lt;fecha/hora&gt;</a:t>
            </a:r>
            <a:endParaRPr lang="es-CO" sz="1400" b="0" u="none" strike="noStrike">
              <a:solidFill>
                <a:srgbClr val="000000"/>
              </a:solidFill>
              <a:effectLst/>
              <a:uFillTx/>
              <a:latin typeface="Times New Roman"/>
            </a:endParaRPr>
          </a:p>
        </p:txBody>
      </p:sp>
      <p:sp>
        <p:nvSpPr>
          <p:cNvPr id="60" name="PlaceHolder 5"/>
          <p:cNvSpPr>
            <a:spLocks noGrp="1"/>
          </p:cNvSpPr>
          <p:nvPr>
            <p:ph type="ftr" idx="29"/>
          </p:nvPr>
        </p:nvSpPr>
        <p:spPr>
          <a:xfrm>
            <a:off x="0" y="9555480"/>
            <a:ext cx="3372840" cy="502560"/>
          </a:xfrm>
          <a:prstGeom prst="rect">
            <a:avLst/>
          </a:prstGeom>
          <a:noFill/>
          <a:ln w="0">
            <a:noFill/>
          </a:ln>
        </p:spPr>
        <p:txBody>
          <a:bodyPr lIns="0" tIns="0" rIns="0" bIns="0" anchor="b">
            <a:noAutofit/>
          </a:bodyPr>
          <a:lstStyle>
            <a:lvl1pPr indent="0" algn="l">
              <a:buNone/>
              <a:defRPr lang="es-CO" sz="1400" b="0" u="none" strike="noStrike">
                <a:solidFill>
                  <a:srgbClr val="000000"/>
                </a:solidFill>
                <a:effectLst/>
                <a:uFillTx/>
                <a:latin typeface="Times New Roman"/>
              </a:defRPr>
            </a:lvl1pPr>
          </a:lstStyle>
          <a:p>
            <a:pPr indent="0" algn="l">
              <a:buNone/>
            </a:pPr>
            <a:r>
              <a:rPr lang="es-CO" sz="1400" b="0" u="none" strike="noStrike">
                <a:solidFill>
                  <a:srgbClr val="000000"/>
                </a:solidFill>
                <a:effectLst/>
                <a:uFillTx/>
                <a:latin typeface="Times New Roman"/>
              </a:rPr>
              <a:t>&lt;pie de página&gt;</a:t>
            </a:r>
            <a:endParaRPr lang="es-CO" sz="1400" b="0" u="none" strike="noStrike">
              <a:solidFill>
                <a:srgbClr val="000000"/>
              </a:solidFill>
              <a:effectLst/>
              <a:uFillTx/>
              <a:latin typeface="Times New Roman"/>
            </a:endParaRPr>
          </a:p>
        </p:txBody>
      </p:sp>
      <p:sp>
        <p:nvSpPr>
          <p:cNvPr id="61" name="PlaceHolder 6"/>
          <p:cNvSpPr>
            <a:spLocks noGrp="1"/>
          </p:cNvSpPr>
          <p:nvPr>
            <p:ph type="sldNum" idx="30"/>
          </p:nvPr>
        </p:nvSpPr>
        <p:spPr>
          <a:xfrm>
            <a:off x="4399200" y="9555480"/>
            <a:ext cx="3372840" cy="502560"/>
          </a:xfrm>
          <a:prstGeom prst="rect">
            <a:avLst/>
          </a:prstGeom>
          <a:noFill/>
          <a:ln w="0">
            <a:noFill/>
          </a:ln>
        </p:spPr>
        <p:txBody>
          <a:bodyPr lIns="0" tIns="0" rIns="0" bIns="0" anchor="b">
            <a:noAutofit/>
          </a:bodyPr>
          <a:lstStyle>
            <a:lvl1pPr indent="0" algn="r">
              <a:buNone/>
              <a:defRPr lang="es-CO" sz="1400" b="0" u="none" strike="noStrike">
                <a:solidFill>
                  <a:srgbClr val="000000"/>
                </a:solidFill>
                <a:effectLst/>
                <a:uFillTx/>
                <a:latin typeface="Times New Roman"/>
              </a:defRPr>
            </a:lvl1pPr>
          </a:lstStyle>
          <a:p>
            <a:pPr indent="0" algn="r">
              <a:buNone/>
            </a:pPr>
            <a:fld id="{CA43A52B-6036-4F8B-ACE6-EA1A7620DAFC}" type="slidenum">
              <a:rPr lang="es-CO" sz="1400" b="0" u="none" strike="noStrike">
                <a:solidFill>
                  <a:srgbClr val="000000"/>
                </a:solidFill>
                <a:effectLst/>
                <a:uFillTx/>
                <a:latin typeface="Times New Roman"/>
              </a:rPr>
              <a:t>&lt;número&gt;</a:t>
            </a:fld>
            <a:endParaRPr lang="es-CO"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371600" y="1143000"/>
            <a:ext cx="41144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marL="171360" indent="-171360" algn="l">
              <a:lnSpc>
                <a:spcPct val="100000"/>
              </a:lnSpc>
              <a:buClr>
                <a:srgbClr val="000000"/>
              </a:buClr>
              <a:buFont typeface="OpenSymbol"/>
              <a:buChar char="-"/>
            </a:pPr>
            <a:r>
              <a:rPr lang="es-CO" sz="2000" b="0" u="none" strike="noStrike">
                <a:solidFill>
                  <a:srgbClr val="000000"/>
                </a:solidFill>
                <a:effectLst/>
                <a:uFillTx/>
                <a:latin typeface="Arial"/>
              </a:rPr>
              <a:t>El abordaje clásico en la Medicina ha sido (y sigue siendo), el ocultamiento de los errores y la aplicación de medidas punitivas o el oprobio para quienes los cometen. </a:t>
            </a:r>
            <a:endParaRPr lang="es-CO"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s-CO" sz="2000" b="0" u="none" strike="noStrike">
                <a:solidFill>
                  <a:srgbClr val="000000"/>
                </a:solidFill>
                <a:effectLst/>
                <a:uFillTx/>
                <a:latin typeface="Arial"/>
              </a:rPr>
              <a:t>Esto motivó que, hasta hace pocos años, el tema no fuera considerado en los foros médicos (incluso en Centros Académicos) </a:t>
            </a:r>
            <a:endParaRPr lang="es-CO" sz="2000" b="0" u="none" strike="noStrike">
              <a:solidFill>
                <a:srgbClr val="000000"/>
              </a:solidFill>
              <a:effectLst/>
              <a:uFillTx/>
              <a:latin typeface="Arial"/>
            </a:endParaRPr>
          </a:p>
          <a:p>
            <a:pPr marL="171360" indent="-171360" algn="l">
              <a:lnSpc>
                <a:spcPct val="100000"/>
              </a:lnSpc>
              <a:buClr>
                <a:srgbClr val="000000"/>
              </a:buClr>
              <a:buFont typeface="OpenSymbol"/>
              <a:buChar char="-"/>
            </a:pPr>
            <a:r>
              <a:rPr lang="es-CO" sz="2000" b="0" u="none" strike="noStrike">
                <a:solidFill>
                  <a:srgbClr val="000000"/>
                </a:solidFill>
                <a:effectLst/>
                <a:uFillTx/>
                <a:latin typeface="Arial"/>
              </a:rPr>
              <a:t>Por este motivo no había información sobre la magnitud del problema. Parecía “que no existía” </a:t>
            </a:r>
            <a:endParaRPr lang="es-CO" sz="2000" b="0" u="none" strike="noStrike">
              <a:solidFill>
                <a:srgbClr val="000000"/>
              </a:solidFill>
              <a:effectLst/>
              <a:uFillTx/>
              <a:latin typeface="Arial"/>
            </a:endParaRPr>
          </a:p>
        </p:txBody>
      </p:sp>
      <p:sp>
        <p:nvSpPr>
          <p:cNvPr id="243"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O" sz="1200" b="0" u="none" strike="noStrike">
                <a:solidFill>
                  <a:schemeClr val="dk1"/>
                </a:solidFill>
                <a:effectLst/>
                <a:uFillTx/>
                <a:latin typeface="+mn-lt"/>
                <a:ea typeface="+mn-ea"/>
              </a:defRPr>
            </a:lvl1pPr>
          </a:lstStyle>
          <a:p>
            <a:pPr indent="0" algn="r" defTabSz="914400">
              <a:lnSpc>
                <a:spcPct val="100000"/>
              </a:lnSpc>
              <a:buNone/>
            </a:pPr>
            <a:fld id="{466639A7-0B0F-41B5-AB55-04BA122B3327}" type="slidenum">
              <a:rPr lang="es-CO"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1371600" y="1143000"/>
            <a:ext cx="41144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O" sz="2000" b="0" u="none" strike="noStrike">
                <a:solidFill>
                  <a:srgbClr val="000000"/>
                </a:solidFill>
                <a:effectLst/>
                <a:uFillTx/>
                <a:latin typeface="Arial"/>
              </a:rPr>
              <a:t>Infabilidad: Deshonestidad intelectual</a:t>
            </a:r>
            <a:endParaRPr lang="es-CO" sz="2000" b="0" u="none" strike="noStrike">
              <a:solidFill>
                <a:srgbClr val="000000"/>
              </a:solidFill>
              <a:effectLst/>
              <a:uFillTx/>
              <a:latin typeface="Arial"/>
            </a:endParaRPr>
          </a:p>
        </p:txBody>
      </p:sp>
      <p:sp>
        <p:nvSpPr>
          <p:cNvPr id="246"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s-CO" sz="1200" b="0" u="none" strike="noStrike">
                <a:solidFill>
                  <a:schemeClr val="dk1"/>
                </a:solidFill>
                <a:effectLst/>
                <a:uFillTx/>
                <a:latin typeface="+mn-lt"/>
                <a:ea typeface="+mn-ea"/>
              </a:defRPr>
            </a:lvl1pPr>
          </a:lstStyle>
          <a:p>
            <a:pPr indent="0" algn="r" defTabSz="914400">
              <a:lnSpc>
                <a:spcPct val="100000"/>
              </a:lnSpc>
              <a:buNone/>
            </a:pPr>
            <a:fld id="{E0E110CF-2774-4570-A9BB-774B0D768F8A}" type="slidenum">
              <a:rPr lang="es-CO" sz="1200" b="0" u="none" strike="noStrike">
                <a:solidFill>
                  <a:schemeClr val="dk1"/>
                </a:solidFill>
                <a:effectLst/>
                <a:uFillTx/>
                <a:latin typeface="+mn-lt"/>
                <a:ea typeface="+mn-ea"/>
              </a:rPr>
              <a:t>&lt;número&gt;</a:t>
            </a:fld>
            <a:endParaRPr lang="es-CO"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s-ES" sz="3600" b="1" u="none" strike="noStrike">
                <a:solidFill>
                  <a:schemeClr val="dk2"/>
                </a:solidFill>
                <a:effectLst/>
                <a:uFillTx/>
                <a:latin typeface="Calibri"/>
              </a:defRPr>
            </a:lvl1pPr>
          </a:lstStyle>
          <a:p>
            <a:pPr indent="0" algn="ctr" defTabSz="914400">
              <a:lnSpc>
                <a:spcPct val="100000"/>
              </a:lnSpc>
              <a:buNone/>
            </a:pPr>
            <a:r>
              <a:rPr lang="es-ES" sz="3600" b="1" u="none" strike="noStrike">
                <a:solidFill>
                  <a:schemeClr val="dk2"/>
                </a:solidFill>
                <a:effectLst/>
                <a:uFillTx/>
                <a:latin typeface="Calibri"/>
              </a:rPr>
              <a:t>HAG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CLIC </a:t>
            </a:r>
            <a:r>
              <a:rPr lang="es-ES" sz="3600" b="1" u="none" strike="noStrike">
                <a:solidFill>
                  <a:schemeClr val="dk2"/>
                </a:solidFill>
                <a:effectLst/>
                <a:uFillTx/>
                <a:latin typeface="Calibri"/>
              </a:rPr>
              <a:t>PAR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MO</a:t>
            </a:r>
            <a:r>
              <a:rPr lang="es-ES" sz="3600" b="1" u="none" strike="noStrike">
                <a:solidFill>
                  <a:schemeClr val="dk2"/>
                </a:solidFill>
                <a:effectLst/>
                <a:uFillTx/>
                <a:latin typeface="Calibri"/>
              </a:rPr>
              <a:t>DIFIC</a:t>
            </a:r>
            <a:r>
              <a:rPr lang="es-ES" sz="3600" b="1" u="none" strike="noStrike">
                <a:solidFill>
                  <a:schemeClr val="dk2"/>
                </a:solidFill>
                <a:effectLst/>
                <a:uFillTx/>
                <a:latin typeface="Calibri"/>
              </a:rPr>
              <a:t>AR </a:t>
            </a:r>
            <a:r>
              <a:rPr lang="es-ES" sz="3600" b="1" u="none" strike="noStrike">
                <a:solidFill>
                  <a:schemeClr val="dk2"/>
                </a:solidFill>
                <a:effectLst/>
                <a:uFillTx/>
                <a:latin typeface="Calibri"/>
              </a:rPr>
              <a:t>EL </a:t>
            </a:r>
            <a:r>
              <a:rPr lang="es-ES" sz="3600" b="1" u="none" strike="noStrike">
                <a:solidFill>
                  <a:schemeClr val="dk2"/>
                </a:solidFill>
                <a:effectLst/>
                <a:uFillTx/>
                <a:latin typeface="Calibri"/>
              </a:rPr>
              <a:t>ESTIL</a:t>
            </a:r>
            <a:r>
              <a:rPr lang="es-ES" sz="3600" b="1" u="none" strike="noStrike">
                <a:solidFill>
                  <a:schemeClr val="dk2"/>
                </a:solidFill>
                <a:effectLst/>
                <a:uFillTx/>
                <a:latin typeface="Calibri"/>
              </a:rPr>
              <a:t>O DE </a:t>
            </a:r>
            <a:r>
              <a:rPr lang="es-ES" sz="3600" b="1" u="none" strike="noStrike">
                <a:solidFill>
                  <a:schemeClr val="dk2"/>
                </a:solidFill>
                <a:effectLst/>
                <a:uFillTx/>
                <a:latin typeface="Calibri"/>
              </a:rPr>
              <a:t>TÍTU</a:t>
            </a:r>
            <a:r>
              <a:rPr lang="es-ES" sz="3600" b="1" u="none" strike="noStrike">
                <a:solidFill>
                  <a:schemeClr val="dk2"/>
                </a:solidFill>
                <a:effectLst/>
                <a:uFillTx/>
                <a:latin typeface="Calibri"/>
              </a:rPr>
              <a:t>LO </a:t>
            </a:r>
            <a:r>
              <a:rPr lang="es-ES" sz="3600" b="1" u="none" strike="noStrike">
                <a:solidFill>
                  <a:schemeClr val="dk2"/>
                </a:solidFill>
                <a:effectLst/>
                <a:uFillTx/>
                <a:latin typeface="Calibri"/>
              </a:rPr>
              <a:t>DEL </a:t>
            </a:r>
            <a:r>
              <a:rPr lang="es-ES" sz="3600" b="1" u="none" strike="noStrike">
                <a:solidFill>
                  <a:schemeClr val="dk2"/>
                </a:solidFill>
                <a:effectLst/>
                <a:uFillTx/>
                <a:latin typeface="Calibri"/>
              </a:rPr>
              <a:t>PATR</a:t>
            </a:r>
            <a:r>
              <a:rPr lang="es-ES" sz="3600" b="1" u="none" strike="noStrike">
                <a:solidFill>
                  <a:schemeClr val="dk2"/>
                </a:solidFill>
                <a:effectLst/>
                <a:uFillTx/>
                <a:latin typeface="Calibri"/>
              </a:rPr>
              <a:t>ÓN</a:t>
            </a:r>
            <a:endParaRPr lang="es-CO" sz="3600" b="1" u="none" strike="noStrike">
              <a:solidFill>
                <a:schemeClr val="dk2"/>
              </a:solidFill>
              <a:effectLst/>
              <a:uFillTx/>
              <a:latin typeface="Calibri"/>
            </a:endParaRPr>
          </a:p>
        </p:txBody>
      </p:sp>
      <p:sp>
        <p:nvSpPr>
          <p:cNvPr id="3"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defTabSz="914400">
              <a:spcBef>
                <a:spcPts val="439"/>
              </a:spcBef>
              <a:buClr>
                <a:srgbClr val="1F497D"/>
              </a:buClr>
              <a:buFont typeface="Arial"/>
              <a:buChar char="•"/>
              <a:defRPr lang="es-CO" sz="2200" b="0" u="none" strike="noStrike">
                <a:solidFill>
                  <a:schemeClr val="dk1"/>
                </a:solidFill>
                <a:effectLst/>
                <a:uFillTx/>
                <a:latin typeface="Calibri"/>
              </a:defRPr>
            </a:lvl1pPr>
            <a:lvl2pPr lvl="1" algn="l" defTabSz="914400">
              <a:spcBef>
                <a:spcPts val="439"/>
              </a:spcBef>
              <a:buClr>
                <a:srgbClr val="000000"/>
              </a:buClr>
              <a:buSzPct val="75000"/>
              <a:buFont typeface="Symbol" charset="2"/>
              <a:buChar char=""/>
              <a:defRPr lang="es-CO" sz="2200" b="0" u="none" strike="noStrike">
                <a:solidFill>
                  <a:schemeClr val="dk1"/>
                </a:solidFill>
                <a:effectLst/>
                <a:uFillTx/>
                <a:latin typeface="Calibri"/>
              </a:defRPr>
            </a:lvl2pPr>
            <a:lvl3pPr lvl="2" algn="l" defTabSz="914400">
              <a:spcBef>
                <a:spcPts val="400"/>
              </a:spcBef>
              <a:buClr>
                <a:srgbClr val="000000"/>
              </a:buClr>
              <a:buSzPct val="45000"/>
              <a:buFont typeface="Wingdings" charset="2"/>
              <a:buChar char=""/>
              <a:defRPr lang="es-CO" sz="2000" b="0" u="none" strike="noStrike">
                <a:solidFill>
                  <a:schemeClr val="dk1"/>
                </a:solidFill>
                <a:effectLst/>
                <a:uFillTx/>
                <a:latin typeface="Calibri"/>
              </a:defRPr>
            </a:lvl3pPr>
            <a:lvl4pPr lvl="3" algn="l" defTabSz="914400">
              <a:spcBef>
                <a:spcPts val="360"/>
              </a:spcBef>
              <a:buClr>
                <a:srgbClr val="000000"/>
              </a:buClr>
              <a:buSzPct val="75000"/>
              <a:buFont typeface="Symbol" charset="2"/>
              <a:buChar char=""/>
              <a:defRPr lang="es-CO" sz="1800" b="0" u="none" strike="noStrike">
                <a:solidFill>
                  <a:schemeClr val="dk1"/>
                </a:solidFill>
                <a:effectLst/>
                <a:uFillTx/>
                <a:latin typeface="Calibri"/>
              </a:defRPr>
            </a:lvl4pPr>
            <a:lvl5pPr lvl="4" algn="l" defTabSz="914400">
              <a:spcBef>
                <a:spcPts val="360"/>
              </a:spcBef>
              <a:buClr>
                <a:srgbClr val="000000"/>
              </a:buClr>
              <a:buSzPct val="45000"/>
              <a:buFont typeface="Wingdings" charset="2"/>
              <a:buChar char=""/>
              <a:defRPr lang="es-CO" sz="18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s-CO"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s-CO" sz="2000" b="0" u="none" strike="noStrike">
                <a:solidFill>
                  <a:schemeClr val="dk1"/>
                </a:solidFill>
                <a:effectLst/>
                <a:uFillTx/>
                <a:latin typeface="Calibri"/>
              </a:defRPr>
            </a:lvl7pPr>
          </a:lstStyle>
          <a:p>
            <a:pPr marL="343080" indent="-343080" algn="l" defTabSz="914400">
              <a:spcBef>
                <a:spcPts val="439"/>
              </a:spcBef>
              <a:buClr>
                <a:srgbClr val="1F497D"/>
              </a:buClr>
              <a:buFont typeface="Arial"/>
              <a:buChar char="•"/>
            </a:pPr>
            <a:r>
              <a:rPr lang="es-CO" sz="2200" b="0" u="none" strike="noStrike">
                <a:solidFill>
                  <a:schemeClr val="dk1"/>
                </a:solidFill>
                <a:effectLst/>
                <a:uFillTx/>
                <a:latin typeface="Calibri"/>
              </a:rPr>
              <a:t>Pulse para editar el formato de texto del esquema</a:t>
            </a:r>
            <a:endParaRPr lang="es-CO" sz="2200" b="0" u="none" strike="noStrike">
              <a:solidFill>
                <a:schemeClr val="dk1"/>
              </a:solidFill>
              <a:effectLst/>
              <a:uFillTx/>
              <a:latin typeface="Calibri"/>
            </a:endParaRPr>
          </a:p>
          <a:p>
            <a:pPr marL="864000" lvl="1" indent="-324000" algn="l" defTabSz="914400">
              <a:spcBef>
                <a:spcPts val="439"/>
              </a:spcBef>
              <a:buClr>
                <a:srgbClr val="000000"/>
              </a:buClr>
              <a:buSzPct val="75000"/>
              <a:buFont typeface="Symbol" charset="2"/>
              <a:buChar char=""/>
            </a:pPr>
            <a:r>
              <a:rPr lang="es-CO" sz="2200" b="0" u="none" strike="noStrike">
                <a:solidFill>
                  <a:schemeClr val="dk1"/>
                </a:solidFill>
                <a:effectLst/>
                <a:uFillTx/>
                <a:latin typeface="Calibri"/>
              </a:rPr>
              <a:t>Segundo nivel del esquema</a:t>
            </a:r>
            <a:endParaRPr lang="es-CO" sz="2200" b="0" u="none" strike="noStrike">
              <a:solidFill>
                <a:schemeClr val="dk1"/>
              </a:solidFill>
              <a:effectLst/>
              <a:uFillTx/>
              <a:latin typeface="Calibri"/>
            </a:endParaRPr>
          </a:p>
          <a:p>
            <a:pPr marL="1296000" lvl="2" indent="-288000" algn="l" defTabSz="914400">
              <a:spcBef>
                <a:spcPts val="400"/>
              </a:spcBef>
              <a:buClr>
                <a:srgbClr val="000000"/>
              </a:buClr>
              <a:buSzPct val="45000"/>
              <a:buFont typeface="Wingdings" charset="2"/>
              <a:buChar char=""/>
            </a:pPr>
            <a:r>
              <a:rPr lang="es-CO" sz="2000" b="0" u="none" strike="noStrike">
                <a:solidFill>
                  <a:schemeClr val="dk1"/>
                </a:solidFill>
                <a:effectLst/>
                <a:uFillTx/>
                <a:latin typeface="Calibri"/>
              </a:rPr>
              <a:t>Tercer nivel del esquema</a:t>
            </a:r>
            <a:endParaRPr lang="es-CO" sz="2000" b="0" u="none" strike="noStrike">
              <a:solidFill>
                <a:schemeClr val="dk1"/>
              </a:solidFill>
              <a:effectLst/>
              <a:uFillTx/>
              <a:latin typeface="Calibri"/>
            </a:endParaRPr>
          </a:p>
          <a:p>
            <a:pPr marL="1728000" lvl="3" indent="-216000" algn="l" defTabSz="914400">
              <a:spcBef>
                <a:spcPts val="360"/>
              </a:spcBef>
              <a:buClr>
                <a:srgbClr val="000000"/>
              </a:buClr>
              <a:buSzPct val="75000"/>
              <a:buFont typeface="Symbol" charset="2"/>
              <a:buChar char=""/>
            </a:pPr>
            <a:r>
              <a:rPr lang="es-CO" sz="1800" b="0" u="none" strike="noStrike">
                <a:solidFill>
                  <a:schemeClr val="dk1"/>
                </a:solidFill>
                <a:effectLst/>
                <a:uFillTx/>
                <a:latin typeface="Calibri"/>
              </a:rPr>
              <a:t>Cuarto nivel del esquema</a:t>
            </a:r>
            <a:endParaRPr lang="es-CO" sz="1800" b="0" u="none" strike="noStrike">
              <a:solidFill>
                <a:schemeClr val="dk1"/>
              </a:solidFill>
              <a:effectLst/>
              <a:uFillTx/>
              <a:latin typeface="Calibri"/>
            </a:endParaRPr>
          </a:p>
          <a:p>
            <a:pPr marL="2160000" lvl="4" indent="-216000" algn="l" defTabSz="914400">
              <a:spcBef>
                <a:spcPts val="360"/>
              </a:spcBef>
              <a:buClr>
                <a:srgbClr val="000000"/>
              </a:buClr>
              <a:buSzPct val="45000"/>
              <a:buFont typeface="Wingdings" charset="2"/>
              <a:buChar char=""/>
            </a:pPr>
            <a:r>
              <a:rPr lang="es-CO" sz="1800" b="0" u="none" strike="noStrike">
                <a:solidFill>
                  <a:schemeClr val="dk1"/>
                </a:solidFill>
                <a:effectLst/>
                <a:uFillTx/>
                <a:latin typeface="Calibri"/>
              </a:rPr>
              <a:t>Quinto nivel del esquema</a:t>
            </a:r>
            <a:endParaRPr lang="es-CO" sz="1800" b="0" u="none" strike="noStrike">
              <a:solidFill>
                <a:schemeClr val="dk1"/>
              </a:solidFill>
              <a:effectLst/>
              <a:uFillTx/>
              <a:latin typeface="Calibri"/>
            </a:endParaRPr>
          </a:p>
          <a:p>
            <a:pPr marL="2592000" lvl="5" indent="-216000" algn="l" defTabSz="914400">
              <a:spcBef>
                <a:spcPts val="283"/>
              </a:spcBef>
              <a:buClr>
                <a:srgbClr val="000000"/>
              </a:buClr>
              <a:buSzPct val="45000"/>
              <a:buFont typeface="Wingdings" charset="2"/>
              <a:buChar char=""/>
            </a:pPr>
            <a:r>
              <a:rPr lang="es-CO" sz="2000" b="0" u="none" strike="noStrike">
                <a:solidFill>
                  <a:schemeClr val="dk1"/>
                </a:solidFill>
                <a:effectLst/>
                <a:uFillTx/>
                <a:latin typeface="Calibri"/>
              </a:rPr>
              <a:t>Sexto nivel del esquema</a:t>
            </a:r>
            <a:endParaRPr lang="es-CO" sz="2000" b="0" u="none" strike="noStrike">
              <a:solidFill>
                <a:schemeClr val="dk1"/>
              </a:solidFill>
              <a:effectLst/>
              <a:uFillTx/>
              <a:latin typeface="Calibri"/>
            </a:endParaRPr>
          </a:p>
          <a:p>
            <a:pPr marL="3024000" lvl="6" indent="-216000" algn="l" defTabSz="914400">
              <a:spcBef>
                <a:spcPts val="283"/>
              </a:spcBef>
              <a:buClr>
                <a:srgbClr val="000000"/>
              </a:buClr>
              <a:buSzPct val="45000"/>
              <a:buFont typeface="Wingdings" charset="2"/>
              <a:buChar char=""/>
            </a:pPr>
            <a:r>
              <a:rPr lang="es-CO" sz="2000" b="0" u="none" strike="noStrike">
                <a:solidFill>
                  <a:schemeClr val="dk1"/>
                </a:solidFill>
                <a:effectLst/>
                <a:uFillTx/>
                <a:latin typeface="Calibri"/>
              </a:rPr>
              <a:t>Séptimo nivel del esquema</a:t>
            </a:r>
            <a:endParaRPr lang="es-CO" sz="2000" b="0" u="none" strike="noStrike">
              <a:solidFill>
                <a:schemeClr val="dk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CLIC </a:t>
            </a:r>
            <a:r>
              <a:rPr lang="es-ES" sz="3600" b="1" u="none" strike="noStrike">
                <a:solidFill>
                  <a:schemeClr val="dk2"/>
                </a:solidFill>
                <a:effectLst/>
                <a:uFillTx/>
                <a:latin typeface="Calibri"/>
              </a:rPr>
              <a:t>PAR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MO</a:t>
            </a:r>
            <a:r>
              <a:rPr lang="es-ES" sz="3600" b="1" u="none" strike="noStrike">
                <a:solidFill>
                  <a:schemeClr val="dk2"/>
                </a:solidFill>
                <a:effectLst/>
                <a:uFillTx/>
                <a:latin typeface="Calibri"/>
              </a:rPr>
              <a:t>DIFIC</a:t>
            </a:r>
            <a:r>
              <a:rPr lang="es-ES" sz="3600" b="1" u="none" strike="noStrike">
                <a:solidFill>
                  <a:schemeClr val="dk2"/>
                </a:solidFill>
                <a:effectLst/>
                <a:uFillTx/>
                <a:latin typeface="Calibri"/>
              </a:rPr>
              <a:t>AR </a:t>
            </a:r>
            <a:r>
              <a:rPr lang="es-ES" sz="3600" b="1" u="none" strike="noStrike">
                <a:solidFill>
                  <a:schemeClr val="dk2"/>
                </a:solidFill>
                <a:effectLst/>
                <a:uFillTx/>
                <a:latin typeface="Calibri"/>
              </a:rPr>
              <a:t>EL </a:t>
            </a:r>
            <a:r>
              <a:rPr lang="es-ES" sz="3600" b="1" u="none" strike="noStrike">
                <a:solidFill>
                  <a:schemeClr val="dk2"/>
                </a:solidFill>
                <a:effectLst/>
                <a:uFillTx/>
                <a:latin typeface="Calibri"/>
              </a:rPr>
              <a:t>ESTIL</a:t>
            </a:r>
            <a:r>
              <a:rPr lang="es-ES" sz="3600" b="1" u="none" strike="noStrike">
                <a:solidFill>
                  <a:schemeClr val="dk2"/>
                </a:solidFill>
                <a:effectLst/>
                <a:uFillTx/>
                <a:latin typeface="Calibri"/>
              </a:rPr>
              <a:t>O DE </a:t>
            </a:r>
            <a:r>
              <a:rPr lang="es-ES" sz="3600" b="1" u="none" strike="noStrike">
                <a:solidFill>
                  <a:schemeClr val="dk2"/>
                </a:solidFill>
                <a:effectLst/>
                <a:uFillTx/>
                <a:latin typeface="Calibri"/>
              </a:rPr>
              <a:t>TÍTU</a:t>
            </a:r>
            <a:r>
              <a:rPr lang="es-ES" sz="3600" b="1" u="none" strike="noStrike">
                <a:solidFill>
                  <a:schemeClr val="dk2"/>
                </a:solidFill>
                <a:effectLst/>
                <a:uFillTx/>
                <a:latin typeface="Calibri"/>
              </a:rPr>
              <a:t>LO </a:t>
            </a:r>
            <a:r>
              <a:rPr lang="es-ES" sz="3600" b="1" u="none" strike="noStrike">
                <a:solidFill>
                  <a:schemeClr val="dk2"/>
                </a:solidFill>
                <a:effectLst/>
                <a:uFillTx/>
                <a:latin typeface="Calibri"/>
              </a:rPr>
              <a:t>DEL </a:t>
            </a:r>
            <a:r>
              <a:rPr lang="es-ES" sz="3600" b="1" u="none" strike="noStrike">
                <a:solidFill>
                  <a:schemeClr val="dk2"/>
                </a:solidFill>
                <a:effectLst/>
                <a:uFillTx/>
                <a:latin typeface="Calibri"/>
              </a:rPr>
              <a:t>PATR</a:t>
            </a:r>
            <a:r>
              <a:rPr lang="es-ES" sz="3600" b="1" u="none" strike="noStrike">
                <a:solidFill>
                  <a:schemeClr val="dk2"/>
                </a:solidFill>
                <a:effectLst/>
                <a:uFillTx/>
                <a:latin typeface="Calibri"/>
              </a:rPr>
              <a:t>ÓN</a:t>
            </a:r>
            <a:endParaRPr lang="es-CO" sz="3600" b="1" u="none" strike="noStrike">
              <a:solidFill>
                <a:schemeClr val="dk2"/>
              </a:solidFill>
              <a:effectLst/>
              <a:uFillTx/>
              <a:latin typeface="Calibri"/>
            </a:endParaRPr>
          </a:p>
        </p:txBody>
      </p:sp>
      <p:sp>
        <p:nvSpPr>
          <p:cNvPr id="5"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914400">
              <a:lnSpc>
                <a:spcPct val="100000"/>
              </a:lnSpc>
              <a:spcBef>
                <a:spcPts val="479"/>
              </a:spcBef>
              <a:buClr>
                <a:srgbClr val="1F497D"/>
              </a:buClr>
              <a:buFont typeface="Arial"/>
              <a:buChar char="•"/>
              <a:defRPr lang="es-ES" sz="2400" b="0" u="none" strike="noStrike">
                <a:solidFill>
                  <a:schemeClr val="dk1">
                    <a:lumMod val="50000"/>
                    <a:lumOff val="50000"/>
                  </a:schemeClr>
                </a:solidFill>
                <a:effectLst/>
                <a:uFillTx/>
                <a:latin typeface="Calibri"/>
              </a:defRPr>
            </a:lvl1pPr>
            <a:lvl2pPr lvl="1" algn="l" defTabSz="914400">
              <a:lnSpc>
                <a:spcPct val="100000"/>
              </a:lnSpc>
              <a:spcBef>
                <a:spcPts val="439"/>
              </a:spcBef>
              <a:buClr>
                <a:srgbClr val="1F497D"/>
              </a:buClr>
              <a:buFont typeface="Arial"/>
              <a:buChar char="–"/>
              <a:defRPr lang="es-ES" sz="2200" b="0" u="none" strike="noStrike">
                <a:solidFill>
                  <a:schemeClr val="dk1">
                    <a:lumMod val="50000"/>
                    <a:lumOff val="50000"/>
                  </a:schemeClr>
                </a:solidFill>
                <a:effectLst/>
                <a:uFillTx/>
                <a:latin typeface="Calibri"/>
              </a:defRPr>
            </a:lvl2pPr>
            <a:lvl3pPr lvl="2" algn="l" defTabSz="914400">
              <a:lnSpc>
                <a:spcPct val="100000"/>
              </a:lnSpc>
              <a:spcBef>
                <a:spcPts val="400"/>
              </a:spcBef>
              <a:buClr>
                <a:srgbClr val="1F497D"/>
              </a:buClr>
              <a:buFont typeface="Arial"/>
              <a:buChar char="•"/>
              <a:defRPr lang="es-ES" sz="2000" b="0" u="none" strike="noStrike">
                <a:solidFill>
                  <a:schemeClr val="dk1">
                    <a:lumMod val="50000"/>
                    <a:lumOff val="50000"/>
                  </a:schemeClr>
                </a:solidFill>
                <a:effectLst/>
                <a:uFillTx/>
                <a:latin typeface="Calibri"/>
              </a:defRPr>
            </a:lvl3pPr>
            <a:lvl4pPr lvl="3"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4pPr>
            <a:lvl5pPr lvl="4"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79"/>
              </a:spcBef>
              <a:buClr>
                <a:srgbClr val="1F497D"/>
              </a:buClr>
              <a:buFont typeface="Arial"/>
              <a:buChar char="•"/>
            </a:pPr>
            <a:r>
              <a:rPr lang="es-ES" sz="2400" b="0" u="none" strike="noStrike">
                <a:solidFill>
                  <a:schemeClr val="dk1">
                    <a:lumMod val="50000"/>
                    <a:lumOff val="50000"/>
                  </a:schemeClr>
                </a:solidFill>
                <a:effectLst/>
                <a:uFillTx/>
                <a:latin typeface="Calibri"/>
              </a:rPr>
              <a:t>Haga clic para modificar el estilo de texto del patrón</a:t>
            </a:r>
            <a:endParaRPr lang="es-CO" sz="24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Segundo nivel</a:t>
            </a:r>
            <a:endParaRPr lang="es-CO" sz="22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400"/>
              </a:spcBef>
              <a:buClr>
                <a:srgbClr val="1F497D"/>
              </a:buClr>
              <a:buFont typeface="Arial"/>
              <a:buChar char="•"/>
            </a:pPr>
            <a:r>
              <a:rPr lang="es-ES" sz="2000" b="0" u="none" strike="noStrike">
                <a:solidFill>
                  <a:schemeClr val="dk1">
                    <a:lumMod val="50000"/>
                    <a:lumOff val="50000"/>
                  </a:schemeClr>
                </a:solidFill>
                <a:effectLst/>
                <a:uFillTx/>
                <a:latin typeface="Calibri"/>
              </a:rPr>
              <a:t>Tercer nivel</a:t>
            </a:r>
            <a:endParaRPr lang="es-CO" sz="20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Cuarto nivel</a:t>
            </a:r>
            <a:endParaRPr lang="es-CO" sz="18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Quinto nivel</a:t>
            </a:r>
            <a:endParaRPr lang="es-CO" sz="1800" b="0" u="none" strike="noStrike">
              <a:solidFill>
                <a:schemeClr val="dk1">
                  <a:lumMod val="50000"/>
                  <a:lumOff val="50000"/>
                </a:schemeClr>
              </a:solidFill>
              <a:effectLst/>
              <a:uFillTx/>
              <a:latin typeface="Calibri"/>
            </a:endParaRPr>
          </a:p>
        </p:txBody>
      </p:sp>
      <p:sp>
        <p:nvSpPr>
          <p:cNvPr id="6" name="PlaceHolder 3"/>
          <p:cNvSpPr>
            <a:spLocks noGrp="1"/>
          </p:cNvSpPr>
          <p:nvPr>
            <p:ph type="dt" idx="1"/>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7" name="PlaceHolder 4"/>
          <p:cNvSpPr>
            <a:spLocks noGrp="1"/>
          </p:cNvSpPr>
          <p:nvPr>
            <p:ph type="ftr" idx="2"/>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8" name="PlaceHolder 5"/>
          <p:cNvSpPr>
            <a:spLocks noGrp="1"/>
          </p:cNvSpPr>
          <p:nvPr>
            <p:ph type="sldNum" idx="3"/>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02E724B0-F000-4B27-901D-98F4814BD5A7}"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bg>
      <p:bgPr>
        <a:blipFill rotWithShape="0">
          <a:blip r:embed="rId2"/>
          <a:stretch/>
        </a:blipFill>
      </p:bgPr>
    </p:bg>
    <p:spTree>
      <p:nvGrpSpPr>
        <p:cNvPr id="1" name=""/>
        <p:cNvGrpSpPr/>
        <p:nvPr/>
      </p:nvGrpSpPr>
      <p:grpSpPr>
        <a:xfrm>
          <a:off x="0" y="0"/>
          <a:ext cx="0" cy="0"/>
          <a:chOff x="0" y="0"/>
          <a:chExt cx="0" cy="0"/>
        </a:xfrm>
      </p:grpSpPr>
      <p:sp>
        <p:nvSpPr>
          <p:cNvPr id="9" name="PlaceHolder 1"/>
          <p:cNvSpPr>
            <a:spLocks noGrp="1"/>
          </p:cNvSpPr>
          <p:nvPr>
            <p:ph type="title" hasCustomPrompt="1"/>
          </p:nvPr>
        </p:nvSpPr>
        <p:spPr>
          <a:xfrm>
            <a:off x="6629400" y="274680"/>
            <a:ext cx="2057040" cy="5851080"/>
          </a:xfrm>
          <a:prstGeom prst="rect">
            <a:avLst/>
          </a:prstGeom>
          <a:noFill/>
          <a:ln w="0">
            <a:noFill/>
          </a:ln>
        </p:spPr>
        <p:txBody>
          <a:bodyPr lIns="91440" tIns="45720" rIns="91440" bIns="45720" anchor="ctr" vert="eaVert">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t>
            </a:r>
            <a:r>
              <a:rPr lang="es-ES" sz="3600" b="1" u="none" strike="noStrike">
                <a:solidFill>
                  <a:schemeClr val="dk2"/>
                </a:solidFill>
                <a:effectLst/>
                <a:uFillTx/>
                <a:latin typeface="Calibri"/>
              </a:rPr>
              <a:t>A</a:t>
            </a:r>
            <a:r>
              <a:rPr lang="es-ES" sz="3600" b="1" u="none" strike="noStrike">
                <a:solidFill>
                  <a:schemeClr val="dk2"/>
                </a:solidFill>
                <a:effectLst/>
                <a:uFillTx/>
                <a:latin typeface="Calibri"/>
              </a:rPr>
              <a:t>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a:t>
            </a:r>
            <a:r>
              <a:rPr lang="es-ES" sz="3600" b="1" u="none" strike="noStrike">
                <a:solidFill>
                  <a:schemeClr val="dk2"/>
                </a:solidFill>
                <a:effectLst/>
                <a:uFillTx/>
                <a:latin typeface="Calibri"/>
              </a:rPr>
              <a:t>LI</a:t>
            </a:r>
            <a:r>
              <a:rPr lang="es-ES" sz="3600" b="1" u="none" strike="noStrike">
                <a:solidFill>
                  <a:schemeClr val="dk2"/>
                </a:solidFill>
                <a:effectLst/>
                <a:uFillTx/>
                <a:latin typeface="Calibri"/>
              </a:rPr>
              <a:t>C </a:t>
            </a:r>
            <a:r>
              <a:rPr lang="es-ES" sz="3600" b="1" u="none" strike="noStrike">
                <a:solidFill>
                  <a:schemeClr val="dk2"/>
                </a:solidFill>
                <a:effectLst/>
                <a:uFillTx/>
                <a:latin typeface="Calibri"/>
              </a:rPr>
              <a:t>P</a:t>
            </a:r>
            <a:r>
              <a:rPr lang="es-ES" sz="3600" b="1" u="none" strike="noStrike">
                <a:solidFill>
                  <a:schemeClr val="dk2"/>
                </a:solidFill>
                <a:effectLst/>
                <a:uFillTx/>
                <a:latin typeface="Calibri"/>
              </a:rPr>
              <a:t>A</a:t>
            </a:r>
            <a:r>
              <a:rPr lang="es-ES" sz="3600" b="1" u="none" strike="noStrike">
                <a:solidFill>
                  <a:schemeClr val="dk2"/>
                </a:solidFill>
                <a:effectLst/>
                <a:uFillTx/>
                <a:latin typeface="Calibri"/>
              </a:rPr>
              <a:t>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a:t>
            </a:r>
            <a:r>
              <a:rPr lang="es-ES" sz="3600" b="1" u="none" strike="noStrike">
                <a:solidFill>
                  <a:schemeClr val="dk2"/>
                </a:solidFill>
                <a:effectLst/>
                <a:uFillTx/>
                <a:latin typeface="Calibri"/>
              </a:rPr>
              <a:t>O</a:t>
            </a:r>
            <a:r>
              <a:rPr lang="es-ES" sz="3600" b="1" u="none" strike="noStrike">
                <a:solidFill>
                  <a:schemeClr val="dk2"/>
                </a:solidFill>
                <a:effectLst/>
                <a:uFillTx/>
                <a:latin typeface="Calibri"/>
              </a:rPr>
              <a:t>D</a:t>
            </a:r>
            <a:r>
              <a:rPr lang="es-ES" sz="3600" b="1" u="none" strike="noStrike">
                <a:solidFill>
                  <a:schemeClr val="dk2"/>
                </a:solidFill>
                <a:effectLst/>
                <a:uFillTx/>
                <a:latin typeface="Calibri"/>
              </a:rPr>
              <a:t>IF</a:t>
            </a:r>
            <a:r>
              <a:rPr lang="es-ES" sz="3600" b="1" u="none" strike="noStrike">
                <a:solidFill>
                  <a:schemeClr val="dk2"/>
                </a:solidFill>
                <a:effectLst/>
                <a:uFillTx/>
                <a:latin typeface="Calibri"/>
              </a:rPr>
              <a:t>I</a:t>
            </a:r>
            <a:r>
              <a:rPr lang="es-ES" sz="3600" b="1" u="none" strike="noStrike">
                <a:solidFill>
                  <a:schemeClr val="dk2"/>
                </a:solidFill>
                <a:effectLst/>
                <a:uFillTx/>
                <a:latin typeface="Calibri"/>
              </a:rPr>
              <a:t>C</a:t>
            </a:r>
            <a:r>
              <a:rPr lang="es-ES" sz="3600" b="1" u="none" strike="noStrike">
                <a:solidFill>
                  <a:schemeClr val="dk2"/>
                </a:solidFill>
                <a:effectLst/>
                <a:uFillTx/>
                <a:latin typeface="Calibri"/>
              </a:rPr>
              <a:t>A</a:t>
            </a:r>
            <a:r>
              <a:rPr lang="es-ES" sz="3600" b="1" u="none" strike="noStrike">
                <a:solidFill>
                  <a:schemeClr val="dk2"/>
                </a:solidFill>
                <a:effectLst/>
                <a:uFillTx/>
                <a:latin typeface="Calibri"/>
              </a:rPr>
              <a:t>R </a:t>
            </a:r>
            <a:r>
              <a:rPr lang="es-ES" sz="3600" b="1" u="none" strike="noStrike">
                <a:solidFill>
                  <a:schemeClr val="dk2"/>
                </a:solidFill>
                <a:effectLst/>
                <a:uFillTx/>
                <a:latin typeface="Calibri"/>
              </a:rPr>
              <a:t>E</a:t>
            </a:r>
            <a:r>
              <a:rPr lang="es-ES" sz="3600" b="1" u="none" strike="noStrike">
                <a:solidFill>
                  <a:schemeClr val="dk2"/>
                </a:solidFill>
                <a:effectLst/>
                <a:uFillTx/>
                <a:latin typeface="Calibri"/>
              </a:rPr>
              <a:t>L </a:t>
            </a:r>
            <a:r>
              <a:rPr lang="es-ES" sz="3600" b="1" u="none" strike="noStrike">
                <a:solidFill>
                  <a:schemeClr val="dk2"/>
                </a:solidFill>
                <a:effectLst/>
                <a:uFillTx/>
                <a:latin typeface="Calibri"/>
              </a:rPr>
              <a:t>E</a:t>
            </a:r>
            <a:r>
              <a:rPr lang="es-ES" sz="3600" b="1" u="none" strike="noStrike">
                <a:solidFill>
                  <a:schemeClr val="dk2"/>
                </a:solidFill>
                <a:effectLst/>
                <a:uFillTx/>
                <a:latin typeface="Calibri"/>
              </a:rPr>
              <a:t>S</a:t>
            </a:r>
            <a:r>
              <a:rPr lang="es-ES" sz="3600" b="1" u="none" strike="noStrike">
                <a:solidFill>
                  <a:schemeClr val="dk2"/>
                </a:solidFill>
                <a:effectLst/>
                <a:uFillTx/>
                <a:latin typeface="Calibri"/>
              </a:rPr>
              <a:t>TI</a:t>
            </a:r>
            <a:r>
              <a:rPr lang="es-ES" sz="3600" b="1" u="none" strike="noStrike">
                <a:solidFill>
                  <a:schemeClr val="dk2"/>
                </a:solidFill>
                <a:effectLst/>
                <a:uFillTx/>
                <a:latin typeface="Calibri"/>
              </a:rPr>
              <a:t>L</a:t>
            </a:r>
            <a:r>
              <a:rPr lang="es-ES" sz="3600" b="1" u="none" strike="noStrike">
                <a:solidFill>
                  <a:schemeClr val="dk2"/>
                </a:solidFill>
                <a:effectLst/>
                <a:uFillTx/>
                <a:latin typeface="Calibri"/>
              </a:rPr>
              <a:t>O </a:t>
            </a:r>
            <a:r>
              <a:rPr lang="es-ES" sz="3600" b="1" u="none" strike="noStrike">
                <a:solidFill>
                  <a:schemeClr val="dk2"/>
                </a:solidFill>
                <a:effectLst/>
                <a:uFillTx/>
                <a:latin typeface="Calibri"/>
              </a:rPr>
              <a:t>D</a:t>
            </a:r>
            <a:r>
              <a:rPr lang="es-ES" sz="3600" b="1" u="none" strike="noStrike">
                <a:solidFill>
                  <a:schemeClr val="dk2"/>
                </a:solidFill>
                <a:effectLst/>
                <a:uFillTx/>
                <a:latin typeface="Calibri"/>
              </a:rPr>
              <a:t>E </a:t>
            </a:r>
            <a:r>
              <a:rPr lang="es-ES" sz="3600" b="1" u="none" strike="noStrike">
                <a:solidFill>
                  <a:schemeClr val="dk2"/>
                </a:solidFill>
                <a:effectLst/>
                <a:uFillTx/>
                <a:latin typeface="Calibri"/>
              </a:rPr>
              <a:t>TÍ</a:t>
            </a:r>
            <a:r>
              <a:rPr lang="es-ES" sz="3600" b="1" u="none" strike="noStrike">
                <a:solidFill>
                  <a:schemeClr val="dk2"/>
                </a:solidFill>
                <a:effectLst/>
                <a:uFillTx/>
                <a:latin typeface="Calibri"/>
              </a:rPr>
              <a:t>T</a:t>
            </a:r>
            <a:r>
              <a:rPr lang="es-ES" sz="3600" b="1" u="none" strike="noStrike">
                <a:solidFill>
                  <a:schemeClr val="dk2"/>
                </a:solidFill>
                <a:effectLst/>
                <a:uFillTx/>
                <a:latin typeface="Calibri"/>
              </a:rPr>
              <a:t>U</a:t>
            </a:r>
            <a:r>
              <a:rPr lang="es-ES" sz="3600" b="1" u="none" strike="noStrike">
                <a:solidFill>
                  <a:schemeClr val="dk2"/>
                </a:solidFill>
                <a:effectLst/>
                <a:uFillTx/>
                <a:latin typeface="Calibri"/>
              </a:rPr>
              <a:t>L</a:t>
            </a:r>
            <a:r>
              <a:rPr lang="es-ES" sz="3600" b="1" u="none" strike="noStrike">
                <a:solidFill>
                  <a:schemeClr val="dk2"/>
                </a:solidFill>
                <a:effectLst/>
                <a:uFillTx/>
                <a:latin typeface="Calibri"/>
              </a:rPr>
              <a:t>O </a:t>
            </a:r>
            <a:r>
              <a:rPr lang="es-ES" sz="3600" b="1" u="none" strike="noStrike">
                <a:solidFill>
                  <a:schemeClr val="dk2"/>
                </a:solidFill>
                <a:effectLst/>
                <a:uFillTx/>
                <a:latin typeface="Calibri"/>
              </a:rPr>
              <a:t>D</a:t>
            </a:r>
            <a:r>
              <a:rPr lang="es-ES" sz="3600" b="1" u="none" strike="noStrike">
                <a:solidFill>
                  <a:schemeClr val="dk2"/>
                </a:solidFill>
                <a:effectLst/>
                <a:uFillTx/>
                <a:latin typeface="Calibri"/>
              </a:rPr>
              <a:t>E</a:t>
            </a:r>
            <a:r>
              <a:rPr lang="es-ES" sz="3600" b="1" u="none" strike="noStrike">
                <a:solidFill>
                  <a:schemeClr val="dk2"/>
                </a:solidFill>
                <a:effectLst/>
                <a:uFillTx/>
                <a:latin typeface="Calibri"/>
              </a:rPr>
              <a:t>L </a:t>
            </a:r>
            <a:r>
              <a:rPr lang="es-ES" sz="3600" b="1" u="none" strike="noStrike">
                <a:solidFill>
                  <a:schemeClr val="dk2"/>
                </a:solidFill>
                <a:effectLst/>
                <a:uFillTx/>
                <a:latin typeface="Calibri"/>
              </a:rPr>
              <a:t>P</a:t>
            </a:r>
            <a:r>
              <a:rPr lang="es-ES" sz="3600" b="1" u="none" strike="noStrike">
                <a:solidFill>
                  <a:schemeClr val="dk2"/>
                </a:solidFill>
                <a:effectLst/>
                <a:uFillTx/>
                <a:latin typeface="Calibri"/>
              </a:rPr>
              <a:t>A</a:t>
            </a:r>
            <a:r>
              <a:rPr lang="es-ES" sz="3600" b="1" u="none" strike="noStrike">
                <a:solidFill>
                  <a:schemeClr val="dk2"/>
                </a:solidFill>
                <a:effectLst/>
                <a:uFillTx/>
                <a:latin typeface="Calibri"/>
              </a:rPr>
              <a:t>T</a:t>
            </a:r>
            <a:r>
              <a:rPr lang="es-ES" sz="3600" b="1" u="none" strike="noStrike">
                <a:solidFill>
                  <a:schemeClr val="dk2"/>
                </a:solidFill>
                <a:effectLst/>
                <a:uFillTx/>
                <a:latin typeface="Calibri"/>
              </a:rPr>
              <a:t>R</a:t>
            </a:r>
            <a:r>
              <a:rPr lang="es-ES" sz="3600" b="1" u="none" strike="noStrike">
                <a:solidFill>
                  <a:schemeClr val="dk2"/>
                </a:solidFill>
                <a:effectLst/>
                <a:uFillTx/>
                <a:latin typeface="Calibri"/>
              </a:rPr>
              <a:t>Ó</a:t>
            </a:r>
            <a:r>
              <a:rPr lang="es-ES" sz="3600" b="1" u="none" strike="noStrike">
                <a:solidFill>
                  <a:schemeClr val="dk2"/>
                </a:solidFill>
                <a:effectLst/>
                <a:uFillTx/>
                <a:latin typeface="Calibri"/>
              </a:rPr>
              <a:t>N</a:t>
            </a:r>
            <a:endParaRPr lang="es-CO" sz="3600" b="1" u="none" strike="noStrike">
              <a:solidFill>
                <a:schemeClr val="dk2"/>
              </a:solidFill>
              <a:effectLst/>
              <a:uFillTx/>
              <a:latin typeface="Calibri"/>
            </a:endParaRPr>
          </a:p>
        </p:txBody>
      </p:sp>
      <p:sp>
        <p:nvSpPr>
          <p:cNvPr id="10"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914400">
              <a:lnSpc>
                <a:spcPct val="100000"/>
              </a:lnSpc>
              <a:spcBef>
                <a:spcPts val="479"/>
              </a:spcBef>
              <a:buClr>
                <a:srgbClr val="1F497D"/>
              </a:buClr>
              <a:buFont typeface="Arial"/>
              <a:buChar char="•"/>
              <a:defRPr lang="es-ES" sz="2400" b="0" u="none" strike="noStrike">
                <a:solidFill>
                  <a:schemeClr val="dk1">
                    <a:lumMod val="50000"/>
                    <a:lumOff val="50000"/>
                  </a:schemeClr>
                </a:solidFill>
                <a:effectLst/>
                <a:uFillTx/>
                <a:latin typeface="Calibri"/>
              </a:defRPr>
            </a:lvl1pPr>
            <a:lvl2pPr lvl="1" algn="l" defTabSz="914400">
              <a:lnSpc>
                <a:spcPct val="100000"/>
              </a:lnSpc>
              <a:spcBef>
                <a:spcPts val="439"/>
              </a:spcBef>
              <a:buClr>
                <a:srgbClr val="1F497D"/>
              </a:buClr>
              <a:buFont typeface="Arial"/>
              <a:buChar char="–"/>
              <a:defRPr lang="es-ES" sz="2200" b="0" u="none" strike="noStrike">
                <a:solidFill>
                  <a:schemeClr val="dk1">
                    <a:lumMod val="50000"/>
                    <a:lumOff val="50000"/>
                  </a:schemeClr>
                </a:solidFill>
                <a:effectLst/>
                <a:uFillTx/>
                <a:latin typeface="Calibri"/>
              </a:defRPr>
            </a:lvl2pPr>
            <a:lvl3pPr lvl="2" algn="l" defTabSz="914400">
              <a:lnSpc>
                <a:spcPct val="100000"/>
              </a:lnSpc>
              <a:spcBef>
                <a:spcPts val="400"/>
              </a:spcBef>
              <a:buClr>
                <a:srgbClr val="1F497D"/>
              </a:buClr>
              <a:buFont typeface="Arial"/>
              <a:buChar char="•"/>
              <a:defRPr lang="es-ES" sz="2000" b="0" u="none" strike="noStrike">
                <a:solidFill>
                  <a:schemeClr val="dk1">
                    <a:lumMod val="50000"/>
                    <a:lumOff val="50000"/>
                  </a:schemeClr>
                </a:solidFill>
                <a:effectLst/>
                <a:uFillTx/>
                <a:latin typeface="Calibri"/>
              </a:defRPr>
            </a:lvl3pPr>
            <a:lvl4pPr lvl="3"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4pPr>
            <a:lvl5pPr lvl="4"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79"/>
              </a:spcBef>
              <a:buClr>
                <a:srgbClr val="1F497D"/>
              </a:buClr>
              <a:buFont typeface="Arial"/>
              <a:buChar char="•"/>
            </a:pPr>
            <a:r>
              <a:rPr lang="es-ES" sz="2400" b="0" u="none" strike="noStrike">
                <a:solidFill>
                  <a:schemeClr val="dk1">
                    <a:lumMod val="50000"/>
                    <a:lumOff val="50000"/>
                  </a:schemeClr>
                </a:solidFill>
                <a:effectLst/>
                <a:uFillTx/>
                <a:latin typeface="Calibri"/>
              </a:rPr>
              <a:t>Haga clic para modificar el estilo de texto del patrón</a:t>
            </a:r>
            <a:endParaRPr lang="es-CO" sz="24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Segundo nivel</a:t>
            </a:r>
            <a:endParaRPr lang="es-CO" sz="22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400"/>
              </a:spcBef>
              <a:buClr>
                <a:srgbClr val="1F497D"/>
              </a:buClr>
              <a:buFont typeface="Arial"/>
              <a:buChar char="•"/>
            </a:pPr>
            <a:r>
              <a:rPr lang="es-ES" sz="2000" b="0" u="none" strike="noStrike">
                <a:solidFill>
                  <a:schemeClr val="dk1">
                    <a:lumMod val="50000"/>
                    <a:lumOff val="50000"/>
                  </a:schemeClr>
                </a:solidFill>
                <a:effectLst/>
                <a:uFillTx/>
                <a:latin typeface="Calibri"/>
              </a:rPr>
              <a:t>Tercer nivel</a:t>
            </a:r>
            <a:endParaRPr lang="es-CO" sz="20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Cuarto nivel</a:t>
            </a:r>
            <a:endParaRPr lang="es-CO" sz="18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Quinto nivel</a:t>
            </a:r>
            <a:endParaRPr lang="es-CO" sz="1800" b="0" u="none" strike="noStrike">
              <a:solidFill>
                <a:schemeClr val="dk1">
                  <a:lumMod val="50000"/>
                  <a:lumOff val="50000"/>
                </a:schemeClr>
              </a:solidFill>
              <a:effectLst/>
              <a:uFillTx/>
              <a:latin typeface="Calibri"/>
            </a:endParaRPr>
          </a:p>
        </p:txBody>
      </p:sp>
      <p:sp>
        <p:nvSpPr>
          <p:cNvPr id="11" name="PlaceHolder 3"/>
          <p:cNvSpPr>
            <a:spLocks noGrp="1"/>
          </p:cNvSpPr>
          <p:nvPr>
            <p:ph type="dt" idx="4"/>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12" name="PlaceHolder 4"/>
          <p:cNvSpPr>
            <a:spLocks noGrp="1"/>
          </p:cNvSpPr>
          <p:nvPr>
            <p:ph type="ftr" idx="5"/>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3B4CE80C-31D9-408B-84F7-CAEE170300A4}"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blipFill rotWithShape="0">
          <a:blip r:embed="rId2"/>
          <a:stretch/>
        </a:blipFill>
      </p:bgPr>
    </p:bg>
    <p:spTree>
      <p:nvGrpSpPr>
        <p:cNvPr id="1" name=""/>
        <p:cNvGrpSpPr/>
        <p:nvPr/>
      </p:nvGrpSpPr>
      <p:grpSpPr>
        <a:xfrm>
          <a:off x="0" y="0"/>
          <a:ext cx="0" cy="0"/>
          <a:chOff x="0" y="0"/>
          <a:chExt cx="0" cy="0"/>
        </a:xfrm>
      </p:grpSpPr>
      <p:sp>
        <p:nvSpPr>
          <p:cNvPr id="14"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CLIC </a:t>
            </a:r>
            <a:r>
              <a:rPr lang="es-ES" sz="3600" b="1" u="none" strike="noStrike">
                <a:solidFill>
                  <a:schemeClr val="dk2"/>
                </a:solidFill>
                <a:effectLst/>
                <a:uFillTx/>
                <a:latin typeface="Calibri"/>
              </a:rPr>
              <a:t>PAR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MO</a:t>
            </a:r>
            <a:r>
              <a:rPr lang="es-ES" sz="3600" b="1" u="none" strike="noStrike">
                <a:solidFill>
                  <a:schemeClr val="dk2"/>
                </a:solidFill>
                <a:effectLst/>
                <a:uFillTx/>
                <a:latin typeface="Calibri"/>
              </a:rPr>
              <a:t>DIFIC</a:t>
            </a:r>
            <a:r>
              <a:rPr lang="es-ES" sz="3600" b="1" u="none" strike="noStrike">
                <a:solidFill>
                  <a:schemeClr val="dk2"/>
                </a:solidFill>
                <a:effectLst/>
                <a:uFillTx/>
                <a:latin typeface="Calibri"/>
              </a:rPr>
              <a:t>AR </a:t>
            </a:r>
            <a:r>
              <a:rPr lang="es-ES" sz="3600" b="1" u="none" strike="noStrike">
                <a:solidFill>
                  <a:schemeClr val="dk2"/>
                </a:solidFill>
                <a:effectLst/>
                <a:uFillTx/>
                <a:latin typeface="Calibri"/>
              </a:rPr>
              <a:t>EL </a:t>
            </a:r>
            <a:r>
              <a:rPr lang="es-ES" sz="3600" b="1" u="none" strike="noStrike">
                <a:solidFill>
                  <a:schemeClr val="dk2"/>
                </a:solidFill>
                <a:effectLst/>
                <a:uFillTx/>
                <a:latin typeface="Calibri"/>
              </a:rPr>
              <a:t>ESTIL</a:t>
            </a:r>
            <a:r>
              <a:rPr lang="es-ES" sz="3600" b="1" u="none" strike="noStrike">
                <a:solidFill>
                  <a:schemeClr val="dk2"/>
                </a:solidFill>
                <a:effectLst/>
                <a:uFillTx/>
                <a:latin typeface="Calibri"/>
              </a:rPr>
              <a:t>O DE </a:t>
            </a:r>
            <a:r>
              <a:rPr lang="es-ES" sz="3600" b="1" u="none" strike="noStrike">
                <a:solidFill>
                  <a:schemeClr val="dk2"/>
                </a:solidFill>
                <a:effectLst/>
                <a:uFillTx/>
                <a:latin typeface="Calibri"/>
              </a:rPr>
              <a:t>TÍTU</a:t>
            </a:r>
            <a:r>
              <a:rPr lang="es-ES" sz="3600" b="1" u="none" strike="noStrike">
                <a:solidFill>
                  <a:schemeClr val="dk2"/>
                </a:solidFill>
                <a:effectLst/>
                <a:uFillTx/>
                <a:latin typeface="Calibri"/>
              </a:rPr>
              <a:t>LO </a:t>
            </a:r>
            <a:r>
              <a:rPr lang="es-ES" sz="3600" b="1" u="none" strike="noStrike">
                <a:solidFill>
                  <a:schemeClr val="dk2"/>
                </a:solidFill>
                <a:effectLst/>
                <a:uFillTx/>
                <a:latin typeface="Calibri"/>
              </a:rPr>
              <a:t>DEL </a:t>
            </a:r>
            <a:r>
              <a:rPr lang="es-ES" sz="3600" b="1" u="none" strike="noStrike">
                <a:solidFill>
                  <a:schemeClr val="dk2"/>
                </a:solidFill>
                <a:effectLst/>
                <a:uFillTx/>
                <a:latin typeface="Calibri"/>
              </a:rPr>
              <a:t>PATR</a:t>
            </a:r>
            <a:r>
              <a:rPr lang="es-ES" sz="3600" b="1" u="none" strike="noStrike">
                <a:solidFill>
                  <a:schemeClr val="dk2"/>
                </a:solidFill>
                <a:effectLst/>
                <a:uFillTx/>
                <a:latin typeface="Calibri"/>
              </a:rPr>
              <a:t>ÓN</a:t>
            </a:r>
            <a:endParaRPr lang="es-CO" sz="3600" b="1" u="none" strike="noStrike">
              <a:solidFill>
                <a:schemeClr val="dk2"/>
              </a:solidFill>
              <a:effectLst/>
              <a:uFillTx/>
              <a:latin typeface="Calibri"/>
            </a:endParaRP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439"/>
              </a:spcBef>
              <a:buClr>
                <a:srgbClr val="1F497D"/>
              </a:buClr>
              <a:buFont typeface="Arial"/>
              <a:buChar char="•"/>
              <a:defRPr lang="es-ES" sz="2200" b="0" u="none" strike="noStrike">
                <a:solidFill>
                  <a:schemeClr val="dk1">
                    <a:lumMod val="50000"/>
                    <a:lumOff val="50000"/>
                  </a:schemeClr>
                </a:solidFill>
                <a:effectLst/>
                <a:uFillTx/>
                <a:latin typeface="Calibri"/>
              </a:defRPr>
            </a:lvl1pPr>
            <a:lvl2pPr lvl="1" algn="l" defTabSz="914400">
              <a:lnSpc>
                <a:spcPct val="100000"/>
              </a:lnSpc>
              <a:spcBef>
                <a:spcPts val="400"/>
              </a:spcBef>
              <a:buClr>
                <a:srgbClr val="1F497D"/>
              </a:buClr>
              <a:buFont typeface="Arial"/>
              <a:buChar char="–"/>
              <a:defRPr lang="es-ES" sz="2000" b="0" u="none" strike="noStrike">
                <a:solidFill>
                  <a:schemeClr val="dk1">
                    <a:lumMod val="50000"/>
                    <a:lumOff val="50000"/>
                  </a:schemeClr>
                </a:solidFill>
                <a:effectLst/>
                <a:uFillTx/>
                <a:latin typeface="Calibri"/>
              </a:defRPr>
            </a:lvl2pPr>
            <a:lvl3pPr lvl="2"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3pPr>
            <a:lvl4pPr lvl="3" algn="l" defTabSz="914400">
              <a:lnSpc>
                <a:spcPct val="100000"/>
              </a:lnSpc>
              <a:spcBef>
                <a:spcPts val="320"/>
              </a:spcBef>
              <a:buClr>
                <a:srgbClr val="1F497D"/>
              </a:buClr>
              <a:buFont typeface="Arial"/>
              <a:buChar char="–"/>
              <a:defRPr lang="es-ES" sz="1600" b="0" u="none" strike="noStrike">
                <a:solidFill>
                  <a:schemeClr val="dk1">
                    <a:lumMod val="50000"/>
                    <a:lumOff val="50000"/>
                  </a:schemeClr>
                </a:solidFill>
                <a:effectLst/>
                <a:uFillTx/>
                <a:latin typeface="Calibri"/>
              </a:defRPr>
            </a:lvl4pPr>
            <a:lvl5pPr lvl="4" algn="l" defTabSz="914400">
              <a:lnSpc>
                <a:spcPct val="100000"/>
              </a:lnSpc>
              <a:spcBef>
                <a:spcPts val="281"/>
              </a:spcBef>
              <a:buClr>
                <a:srgbClr val="1F497D"/>
              </a:buClr>
              <a:buFont typeface="Arial"/>
              <a:buChar char="»"/>
              <a:defRPr lang="es-ES" sz="14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Haga clic para modificar el estilo de texto del patrón</a:t>
            </a:r>
            <a:endParaRPr lang="es-CO" sz="22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pPr>
            <a:r>
              <a:rPr lang="es-ES" sz="2000" b="0" u="none" strike="noStrike">
                <a:solidFill>
                  <a:schemeClr val="dk1">
                    <a:lumMod val="50000"/>
                    <a:lumOff val="50000"/>
                  </a:schemeClr>
                </a:solidFill>
                <a:effectLst/>
                <a:uFillTx/>
                <a:latin typeface="Calibri"/>
              </a:rPr>
              <a:t>Segundo nivel</a:t>
            </a:r>
            <a:endParaRPr lang="es-CO" sz="20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Tercer nivel</a:t>
            </a:r>
            <a:endParaRPr lang="es-CO" sz="18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20"/>
              </a:spcBef>
              <a:buClr>
                <a:srgbClr val="1F497D"/>
              </a:buClr>
              <a:buFont typeface="Arial"/>
              <a:buChar char="–"/>
            </a:pPr>
            <a:r>
              <a:rPr lang="es-ES" sz="1600" b="0" u="none" strike="noStrike">
                <a:solidFill>
                  <a:schemeClr val="dk1">
                    <a:lumMod val="50000"/>
                    <a:lumOff val="50000"/>
                  </a:schemeClr>
                </a:solidFill>
                <a:effectLst/>
                <a:uFillTx/>
                <a:latin typeface="Calibri"/>
              </a:rPr>
              <a:t>Cuarto nivel</a:t>
            </a:r>
            <a:endParaRPr lang="es-CO" sz="16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281"/>
              </a:spcBef>
              <a:buClr>
                <a:srgbClr val="1F497D"/>
              </a:buClr>
              <a:buFont typeface="Arial"/>
              <a:buChar char="»"/>
            </a:pPr>
            <a:r>
              <a:rPr lang="es-ES" sz="1400" b="0" u="none" strike="noStrike">
                <a:solidFill>
                  <a:schemeClr val="dk1">
                    <a:lumMod val="50000"/>
                    <a:lumOff val="50000"/>
                  </a:schemeClr>
                </a:solidFill>
                <a:effectLst/>
                <a:uFillTx/>
                <a:latin typeface="Calibri"/>
              </a:rPr>
              <a:t>Quinto nivel</a:t>
            </a:r>
            <a:endParaRPr lang="es-CO" sz="1400" b="0" u="none" strike="noStrike">
              <a:solidFill>
                <a:schemeClr val="dk1">
                  <a:lumMod val="50000"/>
                  <a:lumOff val="50000"/>
                </a:schemeClr>
              </a:solidFill>
              <a:effectLst/>
              <a:uFillTx/>
              <a:latin typeface="Calibri"/>
            </a:endParaRPr>
          </a:p>
        </p:txBody>
      </p:sp>
      <p:sp>
        <p:nvSpPr>
          <p:cNvPr id="16" name="PlaceHolder 3"/>
          <p:cNvSpPr>
            <a:spLocks noGrp="1"/>
          </p:cNvSpPr>
          <p:nvPr>
            <p:ph type="dt" idx="7"/>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17" name="PlaceHolder 4"/>
          <p:cNvSpPr>
            <a:spLocks noGrp="1"/>
          </p:cNvSpPr>
          <p:nvPr>
            <p:ph type="ftr" idx="8"/>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18" name="PlaceHolder 5"/>
          <p:cNvSpPr>
            <a:spLocks noGrp="1"/>
          </p:cNvSpPr>
          <p:nvPr>
            <p:ph type="sldNum" idx="9"/>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9BAE6994-2DD3-4EDC-BE82-4B338E9523B6}"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blipFill rotWithShape="0">
          <a:blip r:embed="rId2"/>
          <a:stretch/>
        </a:blip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ctr" defTabSz="914400">
              <a:lnSpc>
                <a:spcPct val="100000"/>
              </a:lnSpc>
              <a:buNone/>
              <a:defRPr lang="es-ES" sz="3600" b="1" u="none" strike="noStrike" cap="all">
                <a:solidFill>
                  <a:schemeClr val="dk2"/>
                </a:solidFill>
                <a:effectLst/>
                <a:uFillTx/>
                <a:latin typeface="Calibri"/>
              </a:defRPr>
            </a:lvl1pPr>
          </a:lstStyle>
          <a:p>
            <a:pPr indent="0" algn="ctr" defTabSz="914400">
              <a:lnSpc>
                <a:spcPct val="100000"/>
              </a:lnSpc>
              <a:buNone/>
            </a:pPr>
            <a:r>
              <a:rPr lang="es-ES" sz="3600" b="1" u="none" strike="noStrike" cap="all">
                <a:solidFill>
                  <a:schemeClr val="dk2"/>
                </a:solidFill>
                <a:effectLst/>
                <a:uFillTx/>
                <a:latin typeface="Calibri"/>
              </a:rPr>
              <a:t>Hag</a:t>
            </a:r>
            <a:r>
              <a:rPr lang="es-ES" sz="3600" b="1" u="none" strike="noStrike" cap="all">
                <a:solidFill>
                  <a:schemeClr val="dk2"/>
                </a:solidFill>
                <a:effectLst/>
                <a:uFillTx/>
                <a:latin typeface="Calibri"/>
              </a:rPr>
              <a:t>a </a:t>
            </a:r>
            <a:r>
              <a:rPr lang="es-ES" sz="3600" b="1" u="none" strike="noStrike" cap="all">
                <a:solidFill>
                  <a:schemeClr val="dk2"/>
                </a:solidFill>
                <a:effectLst/>
                <a:uFillTx/>
                <a:latin typeface="Calibri"/>
              </a:rPr>
              <a:t>clic </a:t>
            </a:r>
            <a:r>
              <a:rPr lang="es-ES" sz="3600" b="1" u="none" strike="noStrike" cap="all">
                <a:solidFill>
                  <a:schemeClr val="dk2"/>
                </a:solidFill>
                <a:effectLst/>
                <a:uFillTx/>
                <a:latin typeface="Calibri"/>
              </a:rPr>
              <a:t>par</a:t>
            </a:r>
            <a:r>
              <a:rPr lang="es-ES" sz="3600" b="1" u="none" strike="noStrike" cap="all">
                <a:solidFill>
                  <a:schemeClr val="dk2"/>
                </a:solidFill>
                <a:effectLst/>
                <a:uFillTx/>
                <a:latin typeface="Calibri"/>
              </a:rPr>
              <a:t>a </a:t>
            </a:r>
            <a:r>
              <a:rPr lang="es-ES" sz="3600" b="1" u="none" strike="noStrike" cap="all">
                <a:solidFill>
                  <a:schemeClr val="dk2"/>
                </a:solidFill>
                <a:effectLst/>
                <a:uFillTx/>
                <a:latin typeface="Calibri"/>
              </a:rPr>
              <a:t>mo</a:t>
            </a:r>
            <a:r>
              <a:rPr lang="es-ES" sz="3600" b="1" u="none" strike="noStrike" cap="all">
                <a:solidFill>
                  <a:schemeClr val="dk2"/>
                </a:solidFill>
                <a:effectLst/>
                <a:uFillTx/>
                <a:latin typeface="Calibri"/>
              </a:rPr>
              <a:t>dific</a:t>
            </a:r>
            <a:r>
              <a:rPr lang="es-ES" sz="3600" b="1" u="none" strike="noStrike" cap="all">
                <a:solidFill>
                  <a:schemeClr val="dk2"/>
                </a:solidFill>
                <a:effectLst/>
                <a:uFillTx/>
                <a:latin typeface="Calibri"/>
              </a:rPr>
              <a:t>ar </a:t>
            </a:r>
            <a:r>
              <a:rPr lang="es-ES" sz="3600" b="1" u="none" strike="noStrike" cap="all">
                <a:solidFill>
                  <a:schemeClr val="dk2"/>
                </a:solidFill>
                <a:effectLst/>
                <a:uFillTx/>
                <a:latin typeface="Calibri"/>
              </a:rPr>
              <a:t>el </a:t>
            </a:r>
            <a:r>
              <a:rPr lang="es-ES" sz="3600" b="1" u="none" strike="noStrike" cap="all">
                <a:solidFill>
                  <a:schemeClr val="dk2"/>
                </a:solidFill>
                <a:effectLst/>
                <a:uFillTx/>
                <a:latin typeface="Calibri"/>
              </a:rPr>
              <a:t>estil</a:t>
            </a:r>
            <a:r>
              <a:rPr lang="es-ES" sz="3600" b="1" u="none" strike="noStrike" cap="all">
                <a:solidFill>
                  <a:schemeClr val="dk2"/>
                </a:solidFill>
                <a:effectLst/>
                <a:uFillTx/>
                <a:latin typeface="Calibri"/>
              </a:rPr>
              <a:t>o de </a:t>
            </a:r>
            <a:r>
              <a:rPr lang="es-ES" sz="3600" b="1" u="none" strike="noStrike" cap="all">
                <a:solidFill>
                  <a:schemeClr val="dk2"/>
                </a:solidFill>
                <a:effectLst/>
                <a:uFillTx/>
                <a:latin typeface="Calibri"/>
              </a:rPr>
              <a:t>títu</a:t>
            </a:r>
            <a:r>
              <a:rPr lang="es-ES" sz="3600" b="1" u="none" strike="noStrike" cap="all">
                <a:solidFill>
                  <a:schemeClr val="dk2"/>
                </a:solidFill>
                <a:effectLst/>
                <a:uFillTx/>
                <a:latin typeface="Calibri"/>
              </a:rPr>
              <a:t>lo </a:t>
            </a:r>
            <a:r>
              <a:rPr lang="es-ES" sz="3600" b="1" u="none" strike="noStrike" cap="all">
                <a:solidFill>
                  <a:schemeClr val="dk2"/>
                </a:solidFill>
                <a:effectLst/>
                <a:uFillTx/>
                <a:latin typeface="Calibri"/>
              </a:rPr>
              <a:t>del </a:t>
            </a:r>
            <a:r>
              <a:rPr lang="es-ES" sz="3600" b="1" u="none" strike="noStrike" cap="all">
                <a:solidFill>
                  <a:schemeClr val="dk2"/>
                </a:solidFill>
                <a:effectLst/>
                <a:uFillTx/>
                <a:latin typeface="Calibri"/>
              </a:rPr>
              <a:t>patr</a:t>
            </a:r>
            <a:r>
              <a:rPr lang="es-ES" sz="3600" b="1" u="none" strike="noStrike" cap="all">
                <a:solidFill>
                  <a:schemeClr val="dk2"/>
                </a:solidFill>
                <a:effectLst/>
                <a:uFillTx/>
                <a:latin typeface="Calibri"/>
              </a:rPr>
              <a:t>ón</a:t>
            </a:r>
            <a:endParaRPr lang="es-CO" sz="3600" b="1" u="none" strike="noStrike" cap="all">
              <a:solidFill>
                <a:schemeClr val="dk2"/>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ctr" defTabSz="914400">
              <a:lnSpc>
                <a:spcPct val="100000"/>
              </a:lnSpc>
              <a:spcBef>
                <a:spcPts val="400"/>
              </a:spcBef>
              <a:buNone/>
              <a:tabLst>
                <a:tab pos="0" algn="l"/>
              </a:tabLst>
              <a:defRPr lang="es-ES" sz="2000" b="0" u="none" strike="noStrike">
                <a:solidFill>
                  <a:schemeClr val="dk1">
                    <a:tint val="75000"/>
                  </a:schemeClr>
                </a:solidFill>
                <a:effectLst/>
                <a:uFillTx/>
                <a:latin typeface="Calibri"/>
              </a:defRPr>
            </a:lvl1pPr>
          </a:lstStyle>
          <a:p>
            <a:pPr indent="0" algn="ctr" defTabSz="914400">
              <a:lnSpc>
                <a:spcPct val="100000"/>
              </a:lnSpc>
              <a:spcBef>
                <a:spcPts val="400"/>
              </a:spcBef>
              <a:buNone/>
              <a:tabLst>
                <a:tab pos="0" algn="l"/>
              </a:tabLst>
            </a:pPr>
            <a:r>
              <a:rPr lang="es-ES" sz="2000" b="0" u="none" strike="noStrike">
                <a:solidFill>
                  <a:schemeClr val="dk1">
                    <a:tint val="75000"/>
                  </a:schemeClr>
                </a:solidFill>
                <a:effectLst/>
                <a:uFillTx/>
                <a:latin typeface="Calibri"/>
              </a:rPr>
              <a:t>Haga clic para modificar el estilo de texto del patrón</a:t>
            </a:r>
            <a:endParaRPr lang="es-CO" sz="2000" b="0" u="none" strike="noStrike">
              <a:solidFill>
                <a:schemeClr val="dk1">
                  <a:tint val="75000"/>
                </a:schemeClr>
              </a:solidFill>
              <a:effectLst/>
              <a:uFillTx/>
              <a:latin typeface="Calibri"/>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bg>
      <p:bgPr>
        <a:blipFill rotWithShape="0">
          <a:blip r:embed="rId2"/>
          <a:stretch/>
        </a:blipFill>
      </p:bgPr>
    </p:bg>
    <p:spTree>
      <p:nvGrpSpPr>
        <p:cNvPr id="1" name=""/>
        <p:cNvGrpSpPr/>
        <p:nvPr/>
      </p:nvGrpSpPr>
      <p:grpSpPr>
        <a:xfrm>
          <a:off x="0" y="0"/>
          <a:ext cx="0" cy="0"/>
          <a:chOff x="0" y="0"/>
          <a:chExt cx="0" cy="0"/>
        </a:xfrm>
      </p:grpSpPr>
      <p:sp>
        <p:nvSpPr>
          <p:cNvPr id="21"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CLIC </a:t>
            </a:r>
            <a:r>
              <a:rPr lang="es-ES" sz="3600" b="1" u="none" strike="noStrike">
                <a:solidFill>
                  <a:schemeClr val="dk2"/>
                </a:solidFill>
                <a:effectLst/>
                <a:uFillTx/>
                <a:latin typeface="Calibri"/>
              </a:rPr>
              <a:t>PAR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MO</a:t>
            </a:r>
            <a:r>
              <a:rPr lang="es-ES" sz="3600" b="1" u="none" strike="noStrike">
                <a:solidFill>
                  <a:schemeClr val="dk2"/>
                </a:solidFill>
                <a:effectLst/>
                <a:uFillTx/>
                <a:latin typeface="Calibri"/>
              </a:rPr>
              <a:t>DIFIC</a:t>
            </a:r>
            <a:r>
              <a:rPr lang="es-ES" sz="3600" b="1" u="none" strike="noStrike">
                <a:solidFill>
                  <a:schemeClr val="dk2"/>
                </a:solidFill>
                <a:effectLst/>
                <a:uFillTx/>
                <a:latin typeface="Calibri"/>
              </a:rPr>
              <a:t>AR </a:t>
            </a:r>
            <a:r>
              <a:rPr lang="es-ES" sz="3600" b="1" u="none" strike="noStrike">
                <a:solidFill>
                  <a:schemeClr val="dk2"/>
                </a:solidFill>
                <a:effectLst/>
                <a:uFillTx/>
                <a:latin typeface="Calibri"/>
              </a:rPr>
              <a:t>EL </a:t>
            </a:r>
            <a:r>
              <a:rPr lang="es-ES" sz="3600" b="1" u="none" strike="noStrike">
                <a:solidFill>
                  <a:schemeClr val="dk2"/>
                </a:solidFill>
                <a:effectLst/>
                <a:uFillTx/>
                <a:latin typeface="Calibri"/>
              </a:rPr>
              <a:t>ESTIL</a:t>
            </a:r>
            <a:r>
              <a:rPr lang="es-ES" sz="3600" b="1" u="none" strike="noStrike">
                <a:solidFill>
                  <a:schemeClr val="dk2"/>
                </a:solidFill>
                <a:effectLst/>
                <a:uFillTx/>
                <a:latin typeface="Calibri"/>
              </a:rPr>
              <a:t>O DE </a:t>
            </a:r>
            <a:r>
              <a:rPr lang="es-ES" sz="3600" b="1" u="none" strike="noStrike">
                <a:solidFill>
                  <a:schemeClr val="dk2"/>
                </a:solidFill>
                <a:effectLst/>
                <a:uFillTx/>
                <a:latin typeface="Calibri"/>
              </a:rPr>
              <a:t>TÍTU</a:t>
            </a:r>
            <a:r>
              <a:rPr lang="es-ES" sz="3600" b="1" u="none" strike="noStrike">
                <a:solidFill>
                  <a:schemeClr val="dk2"/>
                </a:solidFill>
                <a:effectLst/>
                <a:uFillTx/>
                <a:latin typeface="Calibri"/>
              </a:rPr>
              <a:t>LO </a:t>
            </a:r>
            <a:r>
              <a:rPr lang="es-ES" sz="3600" b="1" u="none" strike="noStrike">
                <a:solidFill>
                  <a:schemeClr val="dk2"/>
                </a:solidFill>
                <a:effectLst/>
                <a:uFillTx/>
                <a:latin typeface="Calibri"/>
              </a:rPr>
              <a:t>DEL </a:t>
            </a:r>
            <a:r>
              <a:rPr lang="es-ES" sz="3600" b="1" u="none" strike="noStrike">
                <a:solidFill>
                  <a:schemeClr val="dk2"/>
                </a:solidFill>
                <a:effectLst/>
                <a:uFillTx/>
                <a:latin typeface="Calibri"/>
              </a:rPr>
              <a:t>PATR</a:t>
            </a:r>
            <a:r>
              <a:rPr lang="es-ES" sz="3600" b="1" u="none" strike="noStrike">
                <a:solidFill>
                  <a:schemeClr val="dk2"/>
                </a:solidFill>
                <a:effectLst/>
                <a:uFillTx/>
                <a:latin typeface="Calibri"/>
              </a:rPr>
              <a:t>ÓN</a:t>
            </a:r>
            <a:endParaRPr lang="es-CO" sz="3600" b="1" u="none" strike="noStrike">
              <a:solidFill>
                <a:schemeClr val="dk2"/>
              </a:solidFill>
              <a:effectLst/>
              <a:uFillTx/>
              <a:latin typeface="Calibri"/>
            </a:endParaRPr>
          </a:p>
        </p:txBody>
      </p:sp>
      <p:sp>
        <p:nvSpPr>
          <p:cNvPr id="22"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439"/>
              </a:spcBef>
              <a:buClr>
                <a:srgbClr val="1F497D"/>
              </a:buClr>
              <a:buFont typeface="Arial"/>
              <a:buChar char="•"/>
              <a:defRPr lang="es-ES" sz="2200" b="0" u="none" strike="noStrike">
                <a:solidFill>
                  <a:schemeClr val="dk1">
                    <a:lumMod val="50000"/>
                    <a:lumOff val="50000"/>
                  </a:schemeClr>
                </a:solidFill>
                <a:effectLst/>
                <a:uFillTx/>
                <a:latin typeface="Calibri"/>
              </a:defRPr>
            </a:lvl1pPr>
            <a:lvl2pPr lvl="1" algn="l" defTabSz="914400">
              <a:lnSpc>
                <a:spcPct val="100000"/>
              </a:lnSpc>
              <a:spcBef>
                <a:spcPts val="400"/>
              </a:spcBef>
              <a:buClr>
                <a:srgbClr val="1F497D"/>
              </a:buClr>
              <a:buFont typeface="Arial"/>
              <a:buChar char="–"/>
              <a:defRPr lang="es-ES" sz="2000" b="0" u="none" strike="noStrike">
                <a:solidFill>
                  <a:schemeClr val="dk1">
                    <a:lumMod val="50000"/>
                    <a:lumOff val="50000"/>
                  </a:schemeClr>
                </a:solidFill>
                <a:effectLst/>
                <a:uFillTx/>
                <a:latin typeface="Calibri"/>
              </a:defRPr>
            </a:lvl2pPr>
            <a:lvl3pPr lvl="2"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3pPr>
            <a:lvl4pPr lvl="3" algn="l" defTabSz="914400">
              <a:lnSpc>
                <a:spcPct val="100000"/>
              </a:lnSpc>
              <a:spcBef>
                <a:spcPts val="320"/>
              </a:spcBef>
              <a:buClr>
                <a:srgbClr val="1F497D"/>
              </a:buClr>
              <a:buFont typeface="Arial"/>
              <a:buChar char="–"/>
              <a:defRPr lang="es-ES" sz="1600" b="0" u="none" strike="noStrike">
                <a:solidFill>
                  <a:schemeClr val="dk1">
                    <a:lumMod val="50000"/>
                    <a:lumOff val="50000"/>
                  </a:schemeClr>
                </a:solidFill>
                <a:effectLst/>
                <a:uFillTx/>
                <a:latin typeface="Calibri"/>
              </a:defRPr>
            </a:lvl4pPr>
            <a:lvl5pPr lvl="4" algn="l" defTabSz="914400">
              <a:lnSpc>
                <a:spcPct val="100000"/>
              </a:lnSpc>
              <a:spcBef>
                <a:spcPts val="320"/>
              </a:spcBef>
              <a:buClr>
                <a:srgbClr val="1F497D"/>
              </a:buClr>
              <a:buFont typeface="Arial"/>
              <a:buChar char="»"/>
              <a:defRPr lang="es-ES" sz="16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Haga clic para modificar el estilo de texto del patrón</a:t>
            </a:r>
            <a:endParaRPr lang="es-ES" sz="22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pPr>
            <a:r>
              <a:rPr lang="es-ES" sz="2000" b="0" u="none" strike="noStrike">
                <a:solidFill>
                  <a:schemeClr val="dk1">
                    <a:lumMod val="50000"/>
                    <a:lumOff val="50000"/>
                  </a:schemeClr>
                </a:solidFill>
                <a:effectLst/>
                <a:uFillTx/>
                <a:latin typeface="Calibri"/>
              </a:rPr>
              <a:t>Segundo nivel</a:t>
            </a:r>
            <a:endParaRPr lang="es-ES" sz="20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Tercer nivel</a:t>
            </a:r>
            <a:endParaRPr lang="es-ES" sz="18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20"/>
              </a:spcBef>
              <a:buClr>
                <a:srgbClr val="1F497D"/>
              </a:buClr>
              <a:buFont typeface="Arial"/>
              <a:buChar char="–"/>
            </a:pPr>
            <a:r>
              <a:rPr lang="es-ES" sz="1600" b="0" u="none" strike="noStrike">
                <a:solidFill>
                  <a:schemeClr val="dk1">
                    <a:lumMod val="50000"/>
                    <a:lumOff val="50000"/>
                  </a:schemeClr>
                </a:solidFill>
                <a:effectLst/>
                <a:uFillTx/>
                <a:latin typeface="Calibri"/>
              </a:rPr>
              <a:t>Cuarto nivel</a:t>
            </a:r>
            <a:endParaRPr lang="es-ES" sz="16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320"/>
              </a:spcBef>
              <a:buClr>
                <a:srgbClr val="1F497D"/>
              </a:buClr>
              <a:buFont typeface="Arial"/>
              <a:buChar char="»"/>
            </a:pPr>
            <a:r>
              <a:rPr lang="es-ES" sz="1600" b="0" u="none" strike="noStrike">
                <a:solidFill>
                  <a:schemeClr val="dk1">
                    <a:lumMod val="50000"/>
                    <a:lumOff val="50000"/>
                  </a:schemeClr>
                </a:solidFill>
                <a:effectLst/>
                <a:uFillTx/>
                <a:latin typeface="Calibri"/>
              </a:rPr>
              <a:t>Quinto nivel</a:t>
            </a:r>
            <a:endParaRPr lang="es-ES" sz="1600" b="0" u="none" strike="noStrike">
              <a:solidFill>
                <a:schemeClr val="dk1">
                  <a:lumMod val="50000"/>
                  <a:lumOff val="50000"/>
                </a:schemeClr>
              </a:solidFill>
              <a:effectLst/>
              <a:uFillTx/>
              <a:latin typeface="Calibri"/>
            </a:endParaRPr>
          </a:p>
        </p:txBody>
      </p:sp>
      <p:sp>
        <p:nvSpPr>
          <p:cNvPr id="23"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439"/>
              </a:spcBef>
              <a:buClr>
                <a:srgbClr val="1F497D"/>
              </a:buClr>
              <a:buFont typeface="Arial"/>
              <a:buChar char="•"/>
              <a:defRPr lang="es-ES" sz="2200" b="0" u="none" strike="noStrike">
                <a:solidFill>
                  <a:schemeClr val="dk1">
                    <a:lumMod val="50000"/>
                    <a:lumOff val="50000"/>
                  </a:schemeClr>
                </a:solidFill>
                <a:effectLst/>
                <a:uFillTx/>
                <a:latin typeface="Calibri"/>
              </a:defRPr>
            </a:lvl1pPr>
            <a:lvl2pPr lvl="1" algn="l" defTabSz="914400">
              <a:lnSpc>
                <a:spcPct val="100000"/>
              </a:lnSpc>
              <a:spcBef>
                <a:spcPts val="400"/>
              </a:spcBef>
              <a:buClr>
                <a:srgbClr val="1F497D"/>
              </a:buClr>
              <a:buFont typeface="Arial"/>
              <a:buChar char="–"/>
              <a:defRPr lang="es-ES" sz="2000" b="0" u="none" strike="noStrike">
                <a:solidFill>
                  <a:schemeClr val="dk1">
                    <a:lumMod val="50000"/>
                    <a:lumOff val="50000"/>
                  </a:schemeClr>
                </a:solidFill>
                <a:effectLst/>
                <a:uFillTx/>
                <a:latin typeface="Calibri"/>
              </a:defRPr>
            </a:lvl2pPr>
            <a:lvl3pPr lvl="2"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3pPr>
            <a:lvl4pPr lvl="3"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4pPr>
            <a:lvl5pPr lvl="4" algn="l" defTabSz="914400">
              <a:lnSpc>
                <a:spcPct val="100000"/>
              </a:lnSpc>
              <a:spcBef>
                <a:spcPts val="320"/>
              </a:spcBef>
              <a:buClr>
                <a:srgbClr val="1F497D"/>
              </a:buClr>
              <a:buFont typeface="Arial"/>
              <a:buChar char="»"/>
              <a:defRPr lang="es-ES" sz="16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Haga clic para modificar el estilo de texto del patrón</a:t>
            </a:r>
            <a:endParaRPr lang="es-ES" sz="22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pPr>
            <a:r>
              <a:rPr lang="es-ES" sz="2000" b="0" u="none" strike="noStrike">
                <a:solidFill>
                  <a:schemeClr val="dk1">
                    <a:lumMod val="50000"/>
                    <a:lumOff val="50000"/>
                  </a:schemeClr>
                </a:solidFill>
                <a:effectLst/>
                <a:uFillTx/>
                <a:latin typeface="Calibri"/>
              </a:rPr>
              <a:t>Segundo nivel</a:t>
            </a:r>
            <a:endParaRPr lang="es-ES" sz="20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Tercer nivel</a:t>
            </a:r>
            <a:endParaRPr lang="es-ES" sz="18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Cuarto nivel</a:t>
            </a:r>
            <a:endParaRPr lang="es-ES" sz="18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320"/>
              </a:spcBef>
              <a:buClr>
                <a:srgbClr val="1F497D"/>
              </a:buClr>
              <a:buFont typeface="Arial"/>
              <a:buChar char="»"/>
            </a:pPr>
            <a:r>
              <a:rPr lang="es-ES" sz="1600" b="0" u="none" strike="noStrike">
                <a:solidFill>
                  <a:schemeClr val="dk1">
                    <a:lumMod val="50000"/>
                    <a:lumOff val="50000"/>
                  </a:schemeClr>
                </a:solidFill>
                <a:effectLst/>
                <a:uFillTx/>
                <a:latin typeface="Calibri"/>
              </a:rPr>
              <a:t>Quinto nivel</a:t>
            </a:r>
            <a:endParaRPr lang="es-ES" sz="1600" b="0" u="none" strike="noStrike">
              <a:solidFill>
                <a:schemeClr val="dk1">
                  <a:lumMod val="50000"/>
                  <a:lumOff val="50000"/>
                </a:schemeClr>
              </a:solidFill>
              <a:effectLst/>
              <a:uFillTx/>
              <a:latin typeface="Calibri"/>
            </a:endParaRPr>
          </a:p>
        </p:txBody>
      </p:sp>
      <p:sp>
        <p:nvSpPr>
          <p:cNvPr id="24" name="PlaceHolder 4"/>
          <p:cNvSpPr>
            <a:spLocks noGrp="1"/>
          </p:cNvSpPr>
          <p:nvPr>
            <p:ph type="dt" idx="10"/>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25" name="PlaceHolder 5"/>
          <p:cNvSpPr>
            <a:spLocks noGrp="1"/>
          </p:cNvSpPr>
          <p:nvPr>
            <p:ph type="ftr" idx="11"/>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26" name="PlaceHolder 6"/>
          <p:cNvSpPr>
            <a:spLocks noGrp="1"/>
          </p:cNvSpPr>
          <p:nvPr>
            <p:ph type="sldNum" idx="12"/>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A58D8576-A8EE-4941-AFA0-1A945EA72ECE}"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blipFill rotWithShape="0">
          <a:blip r:embed="rId2"/>
          <a:stretch/>
        </a:blipFill>
      </p:bgPr>
    </p:bg>
    <p:spTree>
      <p:nvGrpSpPr>
        <p:cNvPr id="1" name=""/>
        <p:cNvGrpSpPr/>
        <p:nvPr/>
      </p:nvGrpSpPr>
      <p:grpSpPr>
        <a:xfrm>
          <a:off x="0" y="0"/>
          <a:ext cx="0" cy="0"/>
          <a:chOff x="0" y="0"/>
          <a:chExt cx="0" cy="0"/>
        </a:xfrm>
      </p:grpSpPr>
      <p:sp>
        <p:nvSpPr>
          <p:cNvPr id="27"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CLIC </a:t>
            </a:r>
            <a:r>
              <a:rPr lang="es-ES" sz="3600" b="1" u="none" strike="noStrike">
                <a:solidFill>
                  <a:schemeClr val="dk2"/>
                </a:solidFill>
                <a:effectLst/>
                <a:uFillTx/>
                <a:latin typeface="Calibri"/>
              </a:rPr>
              <a:t>PAR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MO</a:t>
            </a:r>
            <a:r>
              <a:rPr lang="es-ES" sz="3600" b="1" u="none" strike="noStrike">
                <a:solidFill>
                  <a:schemeClr val="dk2"/>
                </a:solidFill>
                <a:effectLst/>
                <a:uFillTx/>
                <a:latin typeface="Calibri"/>
              </a:rPr>
              <a:t>DIFIC</a:t>
            </a:r>
            <a:r>
              <a:rPr lang="es-ES" sz="3600" b="1" u="none" strike="noStrike">
                <a:solidFill>
                  <a:schemeClr val="dk2"/>
                </a:solidFill>
                <a:effectLst/>
                <a:uFillTx/>
                <a:latin typeface="Calibri"/>
              </a:rPr>
              <a:t>AR </a:t>
            </a:r>
            <a:r>
              <a:rPr lang="es-ES" sz="3600" b="1" u="none" strike="noStrike">
                <a:solidFill>
                  <a:schemeClr val="dk2"/>
                </a:solidFill>
                <a:effectLst/>
                <a:uFillTx/>
                <a:latin typeface="Calibri"/>
              </a:rPr>
              <a:t>EL </a:t>
            </a:r>
            <a:r>
              <a:rPr lang="es-ES" sz="3600" b="1" u="none" strike="noStrike">
                <a:solidFill>
                  <a:schemeClr val="dk2"/>
                </a:solidFill>
                <a:effectLst/>
                <a:uFillTx/>
                <a:latin typeface="Calibri"/>
              </a:rPr>
              <a:t>ESTIL</a:t>
            </a:r>
            <a:r>
              <a:rPr lang="es-ES" sz="3600" b="1" u="none" strike="noStrike">
                <a:solidFill>
                  <a:schemeClr val="dk2"/>
                </a:solidFill>
                <a:effectLst/>
                <a:uFillTx/>
                <a:latin typeface="Calibri"/>
              </a:rPr>
              <a:t>O DE </a:t>
            </a:r>
            <a:r>
              <a:rPr lang="es-ES" sz="3600" b="1" u="none" strike="noStrike">
                <a:solidFill>
                  <a:schemeClr val="dk2"/>
                </a:solidFill>
                <a:effectLst/>
                <a:uFillTx/>
                <a:latin typeface="Calibri"/>
              </a:rPr>
              <a:t>TÍTU</a:t>
            </a:r>
            <a:r>
              <a:rPr lang="es-ES" sz="3600" b="1" u="none" strike="noStrike">
                <a:solidFill>
                  <a:schemeClr val="dk2"/>
                </a:solidFill>
                <a:effectLst/>
                <a:uFillTx/>
                <a:latin typeface="Calibri"/>
              </a:rPr>
              <a:t>LO </a:t>
            </a:r>
            <a:r>
              <a:rPr lang="es-ES" sz="3600" b="1" u="none" strike="noStrike">
                <a:solidFill>
                  <a:schemeClr val="dk2"/>
                </a:solidFill>
                <a:effectLst/>
                <a:uFillTx/>
                <a:latin typeface="Calibri"/>
              </a:rPr>
              <a:t>DEL </a:t>
            </a:r>
            <a:r>
              <a:rPr lang="es-ES" sz="3600" b="1" u="none" strike="noStrike">
                <a:solidFill>
                  <a:schemeClr val="dk2"/>
                </a:solidFill>
                <a:effectLst/>
                <a:uFillTx/>
                <a:latin typeface="Calibri"/>
              </a:rPr>
              <a:t>PATR</a:t>
            </a:r>
            <a:r>
              <a:rPr lang="es-ES" sz="3600" b="1" u="none" strike="noStrike">
                <a:solidFill>
                  <a:schemeClr val="dk2"/>
                </a:solidFill>
                <a:effectLst/>
                <a:uFillTx/>
                <a:latin typeface="Calibri"/>
              </a:rPr>
              <a:t>ÓN</a:t>
            </a:r>
            <a:endParaRPr lang="es-CO" sz="3600" b="1" u="none" strike="noStrike">
              <a:solidFill>
                <a:schemeClr val="dk2"/>
              </a:solidFill>
              <a:effectLst/>
              <a:uFillTx/>
              <a:latin typeface="Calibri"/>
            </a:endParaRPr>
          </a:p>
        </p:txBody>
      </p:sp>
      <p:sp>
        <p:nvSpPr>
          <p:cNvPr id="28"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s-ES" sz="2400" b="1" u="none" strike="noStrike">
                <a:solidFill>
                  <a:schemeClr val="dk1">
                    <a:lumMod val="50000"/>
                    <a:lumOff val="50000"/>
                  </a:schemeClr>
                </a:solidFill>
                <a:effectLst/>
                <a:uFillTx/>
                <a:latin typeface="Calibri"/>
              </a:defRPr>
            </a:lvl1pPr>
          </a:lstStyle>
          <a:p>
            <a:pPr indent="0" algn="l" defTabSz="914400">
              <a:lnSpc>
                <a:spcPct val="100000"/>
              </a:lnSpc>
              <a:spcBef>
                <a:spcPts val="479"/>
              </a:spcBef>
              <a:buNone/>
              <a:tabLst>
                <a:tab pos="0" algn="l"/>
              </a:tabLst>
            </a:pPr>
            <a:r>
              <a:rPr lang="es-ES" sz="2400" b="1" u="none" strike="noStrike">
                <a:solidFill>
                  <a:schemeClr val="dk1">
                    <a:lumMod val="50000"/>
                    <a:lumOff val="50000"/>
                  </a:schemeClr>
                </a:solidFill>
                <a:effectLst/>
                <a:uFillTx/>
                <a:latin typeface="Calibri"/>
              </a:rPr>
              <a:t>Haga clic para modificar el estilo de texto del patrón</a:t>
            </a:r>
            <a:endParaRPr lang="es-CO" sz="2400" b="0" u="none" strike="noStrike">
              <a:solidFill>
                <a:schemeClr val="dk1">
                  <a:lumMod val="50000"/>
                  <a:lumOff val="50000"/>
                </a:schemeClr>
              </a:solidFill>
              <a:effectLst/>
              <a:uFillTx/>
              <a:latin typeface="Calibri"/>
            </a:endParaRPr>
          </a:p>
        </p:txBody>
      </p:sp>
      <p:sp>
        <p:nvSpPr>
          <p:cNvPr id="29"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39"/>
              </a:spcBef>
              <a:buClr>
                <a:srgbClr val="1F497D"/>
              </a:buClr>
              <a:buFont typeface="Arial"/>
              <a:buChar char="•"/>
              <a:tabLst>
                <a:tab pos="0" algn="l"/>
              </a:tabLst>
              <a:defRPr lang="es-ES" sz="2200" b="0" u="none" strike="noStrike">
                <a:solidFill>
                  <a:schemeClr val="dk1">
                    <a:lumMod val="50000"/>
                    <a:lumOff val="50000"/>
                  </a:schemeClr>
                </a:solidFill>
                <a:effectLst/>
                <a:uFillTx/>
                <a:latin typeface="Calibri"/>
              </a:defRPr>
            </a:lvl1pPr>
            <a:lvl2pPr lvl="1" algn="l" defTabSz="914400">
              <a:lnSpc>
                <a:spcPct val="100000"/>
              </a:lnSpc>
              <a:spcBef>
                <a:spcPts val="400"/>
              </a:spcBef>
              <a:buClr>
                <a:srgbClr val="1F497D"/>
              </a:buClr>
              <a:buFont typeface="Arial"/>
              <a:buChar char="–"/>
              <a:tabLst>
                <a:tab pos="0" algn="l"/>
              </a:tabLst>
              <a:defRPr lang="es-ES" sz="2000" b="0" u="none" strike="noStrike">
                <a:solidFill>
                  <a:schemeClr val="dk1">
                    <a:lumMod val="50000"/>
                    <a:lumOff val="50000"/>
                  </a:schemeClr>
                </a:solidFill>
                <a:effectLst/>
                <a:uFillTx/>
                <a:latin typeface="Calibri"/>
              </a:defRPr>
            </a:lvl2pPr>
            <a:lvl3pPr lvl="2" algn="l" defTabSz="914400">
              <a:lnSpc>
                <a:spcPct val="100000"/>
              </a:lnSpc>
              <a:spcBef>
                <a:spcPts val="360"/>
              </a:spcBef>
              <a:buClr>
                <a:srgbClr val="1F497D"/>
              </a:buClr>
              <a:buFont typeface="Arial"/>
              <a:buChar char="•"/>
              <a:tabLst>
                <a:tab pos="0" algn="l"/>
              </a:tabLst>
              <a:defRPr lang="es-ES" sz="1800" b="0" u="none" strike="noStrike">
                <a:solidFill>
                  <a:schemeClr val="dk1">
                    <a:lumMod val="50000"/>
                    <a:lumOff val="50000"/>
                  </a:schemeClr>
                </a:solidFill>
                <a:effectLst/>
                <a:uFillTx/>
                <a:latin typeface="Calibri"/>
              </a:defRPr>
            </a:lvl3pPr>
            <a:lvl4pPr lvl="3" algn="l" defTabSz="914400">
              <a:lnSpc>
                <a:spcPct val="100000"/>
              </a:lnSpc>
              <a:spcBef>
                <a:spcPts val="320"/>
              </a:spcBef>
              <a:buClr>
                <a:srgbClr val="1F497D"/>
              </a:buClr>
              <a:buFont typeface="Arial"/>
              <a:buChar char="–"/>
              <a:tabLst>
                <a:tab pos="0" algn="l"/>
              </a:tabLst>
              <a:defRPr lang="es-ES" sz="1600" b="0" u="none" strike="noStrike">
                <a:solidFill>
                  <a:schemeClr val="dk1">
                    <a:lumMod val="50000"/>
                    <a:lumOff val="50000"/>
                  </a:schemeClr>
                </a:solidFill>
                <a:effectLst/>
                <a:uFillTx/>
                <a:latin typeface="Calibri"/>
              </a:defRPr>
            </a:lvl4pPr>
            <a:lvl5pPr lvl="4" algn="l" defTabSz="914400">
              <a:lnSpc>
                <a:spcPct val="100000"/>
              </a:lnSpc>
              <a:spcBef>
                <a:spcPts val="281"/>
              </a:spcBef>
              <a:buClr>
                <a:srgbClr val="1F497D"/>
              </a:buClr>
              <a:buFont typeface="Arial"/>
              <a:buChar char="»"/>
              <a:tabLst>
                <a:tab pos="0" algn="l"/>
              </a:tabLst>
              <a:defRPr lang="es-ES" sz="14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Haga clic para modificar el estilo de texto del patrón</a:t>
            </a:r>
            <a:endParaRPr lang="es-CO" sz="22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tabLst>
                <a:tab pos="0" algn="l"/>
              </a:tabLst>
            </a:pPr>
            <a:r>
              <a:rPr lang="es-ES" sz="2000" b="0" u="none" strike="noStrike">
                <a:solidFill>
                  <a:schemeClr val="dk1">
                    <a:lumMod val="50000"/>
                    <a:lumOff val="50000"/>
                  </a:schemeClr>
                </a:solidFill>
                <a:effectLst/>
                <a:uFillTx/>
                <a:latin typeface="Calibri"/>
              </a:rPr>
              <a:t>Segundo nivel</a:t>
            </a:r>
            <a:endParaRPr lang="es-ES" sz="20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360"/>
              </a:spcBef>
              <a:buClr>
                <a:srgbClr val="1F497D"/>
              </a:buClr>
              <a:buFont typeface="Arial"/>
              <a:buChar char="•"/>
              <a:tabLst>
                <a:tab pos="0" algn="l"/>
              </a:tabLst>
            </a:pPr>
            <a:r>
              <a:rPr lang="es-ES" sz="1800" b="0" u="none" strike="noStrike">
                <a:solidFill>
                  <a:schemeClr val="dk1">
                    <a:lumMod val="50000"/>
                    <a:lumOff val="50000"/>
                  </a:schemeClr>
                </a:solidFill>
                <a:effectLst/>
                <a:uFillTx/>
                <a:latin typeface="Calibri"/>
              </a:rPr>
              <a:t>Tercer nivel</a:t>
            </a:r>
            <a:endParaRPr lang="es-ES" sz="18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20"/>
              </a:spcBef>
              <a:buClr>
                <a:srgbClr val="1F497D"/>
              </a:buClr>
              <a:buFont typeface="Arial"/>
              <a:buChar char="–"/>
              <a:tabLst>
                <a:tab pos="0" algn="l"/>
              </a:tabLst>
            </a:pPr>
            <a:r>
              <a:rPr lang="es-ES" sz="1600" b="0" u="none" strike="noStrike">
                <a:solidFill>
                  <a:schemeClr val="dk1">
                    <a:lumMod val="50000"/>
                    <a:lumOff val="50000"/>
                  </a:schemeClr>
                </a:solidFill>
                <a:effectLst/>
                <a:uFillTx/>
                <a:latin typeface="Calibri"/>
              </a:rPr>
              <a:t>Cuarto nivel</a:t>
            </a:r>
            <a:endParaRPr lang="es-ES" sz="16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281"/>
              </a:spcBef>
              <a:buClr>
                <a:srgbClr val="1F497D"/>
              </a:buClr>
              <a:buFont typeface="Arial"/>
              <a:buChar char="»"/>
              <a:tabLst>
                <a:tab pos="0" algn="l"/>
              </a:tabLst>
            </a:pPr>
            <a:r>
              <a:rPr lang="es-ES" sz="1400" b="0" u="none" strike="noStrike">
                <a:solidFill>
                  <a:schemeClr val="dk1">
                    <a:lumMod val="50000"/>
                    <a:lumOff val="50000"/>
                  </a:schemeClr>
                </a:solidFill>
                <a:effectLst/>
                <a:uFillTx/>
                <a:latin typeface="Calibri"/>
              </a:rPr>
              <a:t>Quinto nivel</a:t>
            </a:r>
            <a:endParaRPr lang="es-ES" sz="1400" b="0" u="none" strike="noStrike">
              <a:solidFill>
                <a:schemeClr val="dk1">
                  <a:lumMod val="50000"/>
                  <a:lumOff val="50000"/>
                </a:schemeClr>
              </a:solidFill>
              <a:effectLst/>
              <a:uFillTx/>
              <a:latin typeface="Calibri"/>
            </a:endParaRPr>
          </a:p>
        </p:txBody>
      </p:sp>
      <p:sp>
        <p:nvSpPr>
          <p:cNvPr id="30"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s-ES" sz="2400" b="1" u="none" strike="noStrike">
                <a:solidFill>
                  <a:schemeClr val="dk1">
                    <a:lumMod val="50000"/>
                    <a:lumOff val="50000"/>
                  </a:schemeClr>
                </a:solidFill>
                <a:effectLst/>
                <a:uFillTx/>
                <a:latin typeface="Calibri"/>
              </a:defRPr>
            </a:lvl1pPr>
          </a:lstStyle>
          <a:p>
            <a:pPr indent="0" algn="l" defTabSz="914400">
              <a:lnSpc>
                <a:spcPct val="100000"/>
              </a:lnSpc>
              <a:spcBef>
                <a:spcPts val="479"/>
              </a:spcBef>
              <a:buNone/>
              <a:tabLst>
                <a:tab pos="0" algn="l"/>
              </a:tabLst>
            </a:pPr>
            <a:r>
              <a:rPr lang="es-ES" sz="2400" b="1" u="none" strike="noStrike">
                <a:solidFill>
                  <a:schemeClr val="dk1">
                    <a:lumMod val="50000"/>
                    <a:lumOff val="50000"/>
                  </a:schemeClr>
                </a:solidFill>
                <a:effectLst/>
                <a:uFillTx/>
                <a:latin typeface="Calibri"/>
              </a:rPr>
              <a:t>Haga clic para modificar el estilo de texto del patrón</a:t>
            </a:r>
            <a:endParaRPr lang="es-CO" sz="2400" b="0" u="none" strike="noStrike">
              <a:solidFill>
                <a:schemeClr val="dk1">
                  <a:lumMod val="50000"/>
                  <a:lumOff val="50000"/>
                </a:schemeClr>
              </a:solidFill>
              <a:effectLst/>
              <a:uFillTx/>
              <a:latin typeface="Calibri"/>
            </a:endParaRPr>
          </a:p>
        </p:txBody>
      </p:sp>
      <p:sp>
        <p:nvSpPr>
          <p:cNvPr id="31"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1F497D"/>
              </a:buClr>
              <a:buFont typeface="Arial"/>
              <a:buChar char="•"/>
              <a:tabLst>
                <a:tab pos="0" algn="l"/>
              </a:tabLst>
              <a:defRPr lang="es-ES" sz="2400" b="0" u="none" strike="noStrike">
                <a:solidFill>
                  <a:schemeClr val="dk1">
                    <a:lumMod val="50000"/>
                    <a:lumOff val="50000"/>
                  </a:schemeClr>
                </a:solidFill>
                <a:effectLst/>
                <a:uFillTx/>
                <a:latin typeface="Calibri"/>
              </a:defRPr>
            </a:lvl1pPr>
            <a:lvl2pPr lvl="1" algn="l" defTabSz="914400">
              <a:lnSpc>
                <a:spcPct val="100000"/>
              </a:lnSpc>
              <a:spcBef>
                <a:spcPts val="400"/>
              </a:spcBef>
              <a:buClr>
                <a:srgbClr val="1F497D"/>
              </a:buClr>
              <a:buFont typeface="Arial"/>
              <a:buChar char="–"/>
              <a:tabLst>
                <a:tab pos="0" algn="l"/>
              </a:tabLst>
              <a:defRPr lang="es-ES" sz="2000" b="0" u="none" strike="noStrike">
                <a:solidFill>
                  <a:schemeClr val="dk1">
                    <a:lumMod val="50000"/>
                    <a:lumOff val="50000"/>
                  </a:schemeClr>
                </a:solidFill>
                <a:effectLst/>
                <a:uFillTx/>
                <a:latin typeface="Calibri"/>
              </a:defRPr>
            </a:lvl2pPr>
            <a:lvl3pPr lvl="2" algn="l" defTabSz="914400">
              <a:lnSpc>
                <a:spcPct val="100000"/>
              </a:lnSpc>
              <a:spcBef>
                <a:spcPts val="400"/>
              </a:spcBef>
              <a:buClr>
                <a:srgbClr val="1F497D"/>
              </a:buClr>
              <a:buFont typeface="Arial"/>
              <a:buChar char="•"/>
              <a:tabLst>
                <a:tab pos="0" algn="l"/>
              </a:tabLst>
              <a:defRPr lang="es-ES" sz="2000" b="0" u="none" strike="noStrike">
                <a:solidFill>
                  <a:schemeClr val="dk1">
                    <a:lumMod val="50000"/>
                    <a:lumOff val="50000"/>
                  </a:schemeClr>
                </a:solidFill>
                <a:effectLst/>
                <a:uFillTx/>
                <a:latin typeface="Calibri"/>
              </a:defRPr>
            </a:lvl3pPr>
            <a:lvl4pPr lvl="3" algn="l" defTabSz="914400">
              <a:lnSpc>
                <a:spcPct val="100000"/>
              </a:lnSpc>
              <a:spcBef>
                <a:spcPts val="320"/>
              </a:spcBef>
              <a:buClr>
                <a:srgbClr val="1F497D"/>
              </a:buClr>
              <a:buFont typeface="Arial"/>
              <a:buChar char="–"/>
              <a:tabLst>
                <a:tab pos="0" algn="l"/>
              </a:tabLst>
              <a:defRPr lang="es-ES" sz="1600" b="0" u="none" strike="noStrike">
                <a:solidFill>
                  <a:schemeClr val="dk1">
                    <a:lumMod val="50000"/>
                    <a:lumOff val="50000"/>
                  </a:schemeClr>
                </a:solidFill>
                <a:effectLst/>
                <a:uFillTx/>
                <a:latin typeface="Calibri"/>
              </a:defRPr>
            </a:lvl4pPr>
            <a:lvl5pPr lvl="4" algn="l" defTabSz="914400">
              <a:lnSpc>
                <a:spcPct val="100000"/>
              </a:lnSpc>
              <a:spcBef>
                <a:spcPts val="281"/>
              </a:spcBef>
              <a:buClr>
                <a:srgbClr val="1F497D"/>
              </a:buClr>
              <a:buFont typeface="Arial"/>
              <a:buChar char="»"/>
              <a:tabLst>
                <a:tab pos="0" algn="l"/>
              </a:tabLst>
              <a:defRPr lang="es-ES" sz="14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79"/>
              </a:spcBef>
              <a:buClr>
                <a:srgbClr val="1F497D"/>
              </a:buClr>
              <a:buFont typeface="Arial"/>
              <a:buChar char="•"/>
              <a:tabLst>
                <a:tab pos="0" algn="l"/>
              </a:tabLst>
            </a:pPr>
            <a:r>
              <a:rPr lang="es-ES" sz="2400" b="0" u="none" strike="noStrike">
                <a:solidFill>
                  <a:schemeClr val="dk1">
                    <a:lumMod val="50000"/>
                    <a:lumOff val="50000"/>
                  </a:schemeClr>
                </a:solidFill>
                <a:effectLst/>
                <a:uFillTx/>
                <a:latin typeface="Calibri"/>
              </a:rPr>
              <a:t>Haga clic para modificar el estilo de texto del patrón</a:t>
            </a:r>
            <a:endParaRPr lang="es-CO" sz="24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tabLst>
                <a:tab pos="0" algn="l"/>
              </a:tabLst>
            </a:pPr>
            <a:r>
              <a:rPr lang="es-ES" sz="2000" b="0" u="none" strike="noStrike">
                <a:solidFill>
                  <a:schemeClr val="dk1">
                    <a:lumMod val="50000"/>
                    <a:lumOff val="50000"/>
                  </a:schemeClr>
                </a:solidFill>
                <a:effectLst/>
                <a:uFillTx/>
                <a:latin typeface="Calibri"/>
              </a:rPr>
              <a:t>Segundo nivel</a:t>
            </a:r>
            <a:endParaRPr lang="es-ES" sz="20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400"/>
              </a:spcBef>
              <a:buClr>
                <a:srgbClr val="1F497D"/>
              </a:buClr>
              <a:buFont typeface="Arial"/>
              <a:buChar char="•"/>
              <a:tabLst>
                <a:tab pos="0" algn="l"/>
              </a:tabLst>
            </a:pPr>
            <a:r>
              <a:rPr lang="es-ES" sz="2000" b="0" u="none" strike="noStrike">
                <a:solidFill>
                  <a:schemeClr val="dk1">
                    <a:lumMod val="50000"/>
                    <a:lumOff val="50000"/>
                  </a:schemeClr>
                </a:solidFill>
                <a:effectLst/>
                <a:uFillTx/>
                <a:latin typeface="Calibri"/>
              </a:rPr>
              <a:t>Tercer nivel</a:t>
            </a:r>
            <a:endParaRPr lang="es-ES" sz="20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20"/>
              </a:spcBef>
              <a:buClr>
                <a:srgbClr val="1F497D"/>
              </a:buClr>
              <a:buFont typeface="Arial"/>
              <a:buChar char="–"/>
              <a:tabLst>
                <a:tab pos="0" algn="l"/>
              </a:tabLst>
            </a:pPr>
            <a:r>
              <a:rPr lang="es-ES" sz="1600" b="0" u="none" strike="noStrike">
                <a:solidFill>
                  <a:schemeClr val="dk1">
                    <a:lumMod val="50000"/>
                    <a:lumOff val="50000"/>
                  </a:schemeClr>
                </a:solidFill>
                <a:effectLst/>
                <a:uFillTx/>
                <a:latin typeface="Calibri"/>
              </a:rPr>
              <a:t>Cuarto nivel</a:t>
            </a:r>
            <a:endParaRPr lang="es-ES" sz="16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281"/>
              </a:spcBef>
              <a:buClr>
                <a:srgbClr val="1F497D"/>
              </a:buClr>
              <a:buFont typeface="Arial"/>
              <a:buChar char="»"/>
              <a:tabLst>
                <a:tab pos="0" algn="l"/>
              </a:tabLst>
            </a:pPr>
            <a:r>
              <a:rPr lang="es-ES" sz="1400" b="0" u="none" strike="noStrike">
                <a:solidFill>
                  <a:schemeClr val="dk1">
                    <a:lumMod val="50000"/>
                    <a:lumOff val="50000"/>
                  </a:schemeClr>
                </a:solidFill>
                <a:effectLst/>
                <a:uFillTx/>
                <a:latin typeface="Calibri"/>
              </a:rPr>
              <a:t>Quinto nivel</a:t>
            </a:r>
            <a:endParaRPr lang="es-ES" sz="1400" b="0" u="none" strike="noStrike">
              <a:solidFill>
                <a:schemeClr val="dk1">
                  <a:lumMod val="50000"/>
                  <a:lumOff val="50000"/>
                </a:schemeClr>
              </a:solidFill>
              <a:effectLst/>
              <a:uFillTx/>
              <a:latin typeface="Calibri"/>
            </a:endParaRPr>
          </a:p>
        </p:txBody>
      </p:sp>
      <p:sp>
        <p:nvSpPr>
          <p:cNvPr id="32" name="PlaceHolder 6"/>
          <p:cNvSpPr>
            <a:spLocks noGrp="1"/>
          </p:cNvSpPr>
          <p:nvPr>
            <p:ph type="dt" idx="13"/>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33" name="PlaceHolder 7"/>
          <p:cNvSpPr>
            <a:spLocks noGrp="1"/>
          </p:cNvSpPr>
          <p:nvPr>
            <p:ph type="ftr" idx="14"/>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34" name="PlaceHolder 8"/>
          <p:cNvSpPr>
            <a:spLocks noGrp="1"/>
          </p:cNvSpPr>
          <p:nvPr>
            <p:ph type="sldNum" idx="15"/>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C0B2DC92-63AD-491D-8A9D-C32E0B8ED19C}"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ólo el título">
    <p:bg>
      <p:bgPr>
        <a:blipFill rotWithShape="0">
          <a:blip r:embed="rId2"/>
          <a:stretch/>
        </a:blipFill>
      </p:bgPr>
    </p:bg>
    <p:spTree>
      <p:nvGrpSpPr>
        <p:cNvPr id="1" name=""/>
        <p:cNvGrpSpPr/>
        <p:nvPr/>
      </p:nvGrpSpPr>
      <p:grpSpPr>
        <a:xfrm>
          <a:off x="0" y="0"/>
          <a:ext cx="0" cy="0"/>
          <a:chOff x="0" y="0"/>
          <a:chExt cx="0" cy="0"/>
        </a:xfrm>
      </p:grpSpPr>
      <p:sp>
        <p:nvSpPr>
          <p:cNvPr id="35"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HAG</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CLIC </a:t>
            </a:r>
            <a:r>
              <a:rPr lang="es-ES" sz="3600" b="1" u="none" strike="noStrike">
                <a:solidFill>
                  <a:schemeClr val="dk2"/>
                </a:solidFill>
                <a:effectLst/>
                <a:uFillTx/>
                <a:latin typeface="Calibri"/>
              </a:rPr>
              <a:t>PAR</a:t>
            </a:r>
            <a:r>
              <a:rPr lang="es-ES" sz="3600" b="1" u="none" strike="noStrike">
                <a:solidFill>
                  <a:schemeClr val="dk2"/>
                </a:solidFill>
                <a:effectLst/>
                <a:uFillTx/>
                <a:latin typeface="Calibri"/>
              </a:rPr>
              <a:t>A </a:t>
            </a:r>
            <a:r>
              <a:rPr lang="es-ES" sz="3600" b="1" u="none" strike="noStrike">
                <a:solidFill>
                  <a:schemeClr val="dk2"/>
                </a:solidFill>
                <a:effectLst/>
                <a:uFillTx/>
                <a:latin typeface="Calibri"/>
              </a:rPr>
              <a:t>MO</a:t>
            </a:r>
            <a:r>
              <a:rPr lang="es-ES" sz="3600" b="1" u="none" strike="noStrike">
                <a:solidFill>
                  <a:schemeClr val="dk2"/>
                </a:solidFill>
                <a:effectLst/>
                <a:uFillTx/>
                <a:latin typeface="Calibri"/>
              </a:rPr>
              <a:t>DIFIC</a:t>
            </a:r>
            <a:r>
              <a:rPr lang="es-ES" sz="3600" b="1" u="none" strike="noStrike">
                <a:solidFill>
                  <a:schemeClr val="dk2"/>
                </a:solidFill>
                <a:effectLst/>
                <a:uFillTx/>
                <a:latin typeface="Calibri"/>
              </a:rPr>
              <a:t>AR </a:t>
            </a:r>
            <a:r>
              <a:rPr lang="es-ES" sz="3600" b="1" u="none" strike="noStrike">
                <a:solidFill>
                  <a:schemeClr val="dk2"/>
                </a:solidFill>
                <a:effectLst/>
                <a:uFillTx/>
                <a:latin typeface="Calibri"/>
              </a:rPr>
              <a:t>EL </a:t>
            </a:r>
            <a:r>
              <a:rPr lang="es-ES" sz="3600" b="1" u="none" strike="noStrike">
                <a:solidFill>
                  <a:schemeClr val="dk2"/>
                </a:solidFill>
                <a:effectLst/>
                <a:uFillTx/>
                <a:latin typeface="Calibri"/>
              </a:rPr>
              <a:t>ESTIL</a:t>
            </a:r>
            <a:r>
              <a:rPr lang="es-ES" sz="3600" b="1" u="none" strike="noStrike">
                <a:solidFill>
                  <a:schemeClr val="dk2"/>
                </a:solidFill>
                <a:effectLst/>
                <a:uFillTx/>
                <a:latin typeface="Calibri"/>
              </a:rPr>
              <a:t>O DE </a:t>
            </a:r>
            <a:r>
              <a:rPr lang="es-ES" sz="3600" b="1" u="none" strike="noStrike">
                <a:solidFill>
                  <a:schemeClr val="dk2"/>
                </a:solidFill>
                <a:effectLst/>
                <a:uFillTx/>
                <a:latin typeface="Calibri"/>
              </a:rPr>
              <a:t>TÍTU</a:t>
            </a:r>
            <a:r>
              <a:rPr lang="es-ES" sz="3600" b="1" u="none" strike="noStrike">
                <a:solidFill>
                  <a:schemeClr val="dk2"/>
                </a:solidFill>
                <a:effectLst/>
                <a:uFillTx/>
                <a:latin typeface="Calibri"/>
              </a:rPr>
              <a:t>LO </a:t>
            </a:r>
            <a:r>
              <a:rPr lang="es-ES" sz="3600" b="1" u="none" strike="noStrike">
                <a:solidFill>
                  <a:schemeClr val="dk2"/>
                </a:solidFill>
                <a:effectLst/>
                <a:uFillTx/>
                <a:latin typeface="Calibri"/>
              </a:rPr>
              <a:t>DEL </a:t>
            </a:r>
            <a:r>
              <a:rPr lang="es-ES" sz="3600" b="1" u="none" strike="noStrike">
                <a:solidFill>
                  <a:schemeClr val="dk2"/>
                </a:solidFill>
                <a:effectLst/>
                <a:uFillTx/>
                <a:latin typeface="Calibri"/>
              </a:rPr>
              <a:t>PATR</a:t>
            </a:r>
            <a:r>
              <a:rPr lang="es-ES" sz="3600" b="1" u="none" strike="noStrike">
                <a:solidFill>
                  <a:schemeClr val="dk2"/>
                </a:solidFill>
                <a:effectLst/>
                <a:uFillTx/>
                <a:latin typeface="Calibri"/>
              </a:rPr>
              <a:t>ÓN</a:t>
            </a:r>
            <a:endParaRPr lang="es-CO" sz="3600" b="1" u="none" strike="noStrike">
              <a:solidFill>
                <a:schemeClr val="dk2"/>
              </a:solidFill>
              <a:effectLst/>
              <a:uFillTx/>
              <a:latin typeface="Calibri"/>
            </a:endParaRPr>
          </a:p>
        </p:txBody>
      </p:sp>
      <p:sp>
        <p:nvSpPr>
          <p:cNvPr id="36" name="PlaceHolder 2"/>
          <p:cNvSpPr>
            <a:spLocks noGrp="1"/>
          </p:cNvSpPr>
          <p:nvPr>
            <p:ph type="dt" idx="16"/>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37" name="PlaceHolder 3"/>
          <p:cNvSpPr>
            <a:spLocks noGrp="1"/>
          </p:cNvSpPr>
          <p:nvPr>
            <p:ph type="ftr" idx="17"/>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38" name="PlaceHolder 4"/>
          <p:cNvSpPr>
            <a:spLocks noGrp="1"/>
          </p:cNvSpPr>
          <p:nvPr>
            <p:ph type="sldNum" idx="18"/>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F2C4B3A5-A71E-4369-877A-1D210431479D}"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bg>
      <p:bgPr>
        <a:blipFill rotWithShape="0">
          <a:blip r:embed="rId2"/>
          <a:stretch/>
        </a:blipFill>
      </p:bgPr>
    </p:bg>
    <p:spTree>
      <p:nvGrpSpPr>
        <p:cNvPr id="1" name=""/>
        <p:cNvGrpSpPr/>
        <p:nvPr/>
      </p:nvGrpSpPr>
      <p:grpSpPr>
        <a:xfrm>
          <a:off x="0" y="0"/>
          <a:ext cx="0" cy="0"/>
          <a:chOff x="0" y="0"/>
          <a:chExt cx="0" cy="0"/>
        </a:xfrm>
      </p:grpSpPr>
      <p:sp>
        <p:nvSpPr>
          <p:cNvPr id="39" name="PlaceHolder 1"/>
          <p:cNvSpPr>
            <a:spLocks noGrp="1"/>
          </p:cNvSpPr>
          <p:nvPr>
            <p:ph type="dt" idx="19"/>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40" name="PlaceHolder 2"/>
          <p:cNvSpPr>
            <a:spLocks noGrp="1"/>
          </p:cNvSpPr>
          <p:nvPr>
            <p:ph type="ftr" idx="20"/>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41" name="PlaceHolder 3"/>
          <p:cNvSpPr>
            <a:spLocks noGrp="1"/>
          </p:cNvSpPr>
          <p:nvPr>
            <p:ph type="sldNum" idx="21"/>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62A3C168-C368-4B06-A627-B17F25B2F0F9}"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
        <p:nvSpPr>
          <p:cNvPr id="42"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r" defTabSz="914400">
              <a:buNone/>
              <a:defRPr lang="es-CO" sz="3000" b="1" u="none" strike="noStrike">
                <a:solidFill>
                  <a:schemeClr val="dk2"/>
                </a:solidFill>
                <a:effectLst/>
                <a:uFillTx/>
                <a:latin typeface="Calibri"/>
              </a:defRPr>
            </a:lvl1pPr>
          </a:lstStyle>
          <a:p>
            <a:pPr indent="0" algn="r" defTabSz="914400">
              <a:buNone/>
            </a:pPr>
            <a:r>
              <a:rPr lang="es-CO" sz="3000" b="1" u="none" strike="noStrike">
                <a:solidFill>
                  <a:schemeClr val="dk2"/>
                </a:solidFill>
                <a:effectLst/>
                <a:uFillTx/>
                <a:latin typeface="Calibri"/>
              </a:rPr>
              <a:t>Pulse para editar el formato del </a:t>
            </a:r>
            <a:r>
              <a:rPr lang="es-CO" sz="3000" b="1" u="none" strike="noStrike">
                <a:solidFill>
                  <a:schemeClr val="dk2"/>
                </a:solidFill>
                <a:effectLst/>
                <a:uFillTx/>
                <a:latin typeface="Calibri"/>
              </a:rPr>
              <a:t>texto de título</a:t>
            </a:r>
            <a:endParaRPr lang="es-CO" sz="3000" b="1" u="none" strike="noStrike">
              <a:solidFill>
                <a:schemeClr val="dk2"/>
              </a:solidFill>
              <a:effectLst/>
              <a:uFillTx/>
              <a:latin typeface="Calibri"/>
            </a:endParaRPr>
          </a:p>
        </p:txBody>
      </p:sp>
      <p:sp>
        <p:nvSpPr>
          <p:cNvPr id="43"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defTabSz="914400">
              <a:spcBef>
                <a:spcPts val="439"/>
              </a:spcBef>
              <a:buClr>
                <a:srgbClr val="1F497D"/>
              </a:buClr>
              <a:buFont typeface="Arial"/>
              <a:buChar char="•"/>
              <a:defRPr lang="es-CO" sz="2200" b="0" u="none" strike="noStrike">
                <a:solidFill>
                  <a:schemeClr val="dk1"/>
                </a:solidFill>
                <a:effectLst/>
                <a:uFillTx/>
                <a:latin typeface="Calibri"/>
              </a:defRPr>
            </a:lvl1pPr>
            <a:lvl2pPr lvl="1" algn="l" defTabSz="914400">
              <a:spcBef>
                <a:spcPts val="439"/>
              </a:spcBef>
              <a:buClr>
                <a:srgbClr val="000000"/>
              </a:buClr>
              <a:buSzPct val="75000"/>
              <a:buFont typeface="Symbol" charset="2"/>
              <a:buChar char=""/>
              <a:defRPr lang="es-CO" sz="2200" b="0" u="none" strike="noStrike">
                <a:solidFill>
                  <a:schemeClr val="dk1"/>
                </a:solidFill>
                <a:effectLst/>
                <a:uFillTx/>
                <a:latin typeface="Calibri"/>
              </a:defRPr>
            </a:lvl2pPr>
            <a:lvl3pPr lvl="2" algn="l" defTabSz="914400">
              <a:spcBef>
                <a:spcPts val="400"/>
              </a:spcBef>
              <a:buClr>
                <a:srgbClr val="000000"/>
              </a:buClr>
              <a:buSzPct val="45000"/>
              <a:buFont typeface="Wingdings" charset="2"/>
              <a:buChar char=""/>
              <a:defRPr lang="es-CO" sz="2000" b="0" u="none" strike="noStrike">
                <a:solidFill>
                  <a:schemeClr val="dk1"/>
                </a:solidFill>
                <a:effectLst/>
                <a:uFillTx/>
                <a:latin typeface="Calibri"/>
              </a:defRPr>
            </a:lvl3pPr>
            <a:lvl4pPr lvl="3" algn="l" defTabSz="914400">
              <a:spcBef>
                <a:spcPts val="360"/>
              </a:spcBef>
              <a:buClr>
                <a:srgbClr val="000000"/>
              </a:buClr>
              <a:buSzPct val="75000"/>
              <a:buFont typeface="Symbol" charset="2"/>
              <a:buChar char=""/>
              <a:defRPr lang="es-CO" sz="1800" b="0" u="none" strike="noStrike">
                <a:solidFill>
                  <a:schemeClr val="dk1"/>
                </a:solidFill>
                <a:effectLst/>
                <a:uFillTx/>
                <a:latin typeface="Calibri"/>
              </a:defRPr>
            </a:lvl4pPr>
            <a:lvl5pPr lvl="4" algn="l" defTabSz="914400">
              <a:spcBef>
                <a:spcPts val="360"/>
              </a:spcBef>
              <a:buClr>
                <a:srgbClr val="000000"/>
              </a:buClr>
              <a:buSzPct val="45000"/>
              <a:buFont typeface="Wingdings" charset="2"/>
              <a:buChar char=""/>
              <a:defRPr lang="es-CO" sz="18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s-CO"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s-CO" sz="2000" b="0" u="none" strike="noStrike">
                <a:solidFill>
                  <a:schemeClr val="dk1"/>
                </a:solidFill>
                <a:effectLst/>
                <a:uFillTx/>
                <a:latin typeface="Calibri"/>
              </a:defRPr>
            </a:lvl7pPr>
          </a:lstStyle>
          <a:p>
            <a:pPr marL="343080" indent="-343080" algn="l" defTabSz="914400">
              <a:spcBef>
                <a:spcPts val="439"/>
              </a:spcBef>
              <a:buClr>
                <a:srgbClr val="1F497D"/>
              </a:buClr>
              <a:buFont typeface="Arial"/>
              <a:buChar char="•"/>
            </a:pPr>
            <a:r>
              <a:rPr lang="es-CO" sz="2200" b="0" u="none" strike="noStrike">
                <a:solidFill>
                  <a:schemeClr val="dk1"/>
                </a:solidFill>
                <a:effectLst/>
                <a:uFillTx/>
                <a:latin typeface="Calibri"/>
              </a:rPr>
              <a:t>Pulse para editar el formato de texto del esquema</a:t>
            </a:r>
            <a:endParaRPr lang="es-CO" sz="2200" b="0" u="none" strike="noStrike">
              <a:solidFill>
                <a:schemeClr val="dk1"/>
              </a:solidFill>
              <a:effectLst/>
              <a:uFillTx/>
              <a:latin typeface="Calibri"/>
            </a:endParaRPr>
          </a:p>
          <a:p>
            <a:pPr marL="864000" lvl="1" indent="-324000" algn="l" defTabSz="914400">
              <a:spcBef>
                <a:spcPts val="439"/>
              </a:spcBef>
              <a:buClr>
                <a:srgbClr val="000000"/>
              </a:buClr>
              <a:buSzPct val="75000"/>
              <a:buFont typeface="Symbol" charset="2"/>
              <a:buChar char=""/>
            </a:pPr>
            <a:r>
              <a:rPr lang="es-CO" sz="2200" b="0" u="none" strike="noStrike">
                <a:solidFill>
                  <a:schemeClr val="dk1"/>
                </a:solidFill>
                <a:effectLst/>
                <a:uFillTx/>
                <a:latin typeface="Calibri"/>
              </a:rPr>
              <a:t>Segundo nivel del esquema</a:t>
            </a:r>
            <a:endParaRPr lang="es-CO" sz="2200" b="0" u="none" strike="noStrike">
              <a:solidFill>
                <a:schemeClr val="dk1"/>
              </a:solidFill>
              <a:effectLst/>
              <a:uFillTx/>
              <a:latin typeface="Calibri"/>
            </a:endParaRPr>
          </a:p>
          <a:p>
            <a:pPr marL="1296000" lvl="2" indent="-288000" algn="l" defTabSz="914400">
              <a:spcBef>
                <a:spcPts val="400"/>
              </a:spcBef>
              <a:buClr>
                <a:srgbClr val="000000"/>
              </a:buClr>
              <a:buSzPct val="45000"/>
              <a:buFont typeface="Wingdings" charset="2"/>
              <a:buChar char=""/>
            </a:pPr>
            <a:r>
              <a:rPr lang="es-CO" sz="2000" b="0" u="none" strike="noStrike">
                <a:solidFill>
                  <a:schemeClr val="dk1"/>
                </a:solidFill>
                <a:effectLst/>
                <a:uFillTx/>
                <a:latin typeface="Calibri"/>
              </a:rPr>
              <a:t>Tercer nivel del esquema</a:t>
            </a:r>
            <a:endParaRPr lang="es-CO" sz="2000" b="0" u="none" strike="noStrike">
              <a:solidFill>
                <a:schemeClr val="dk1"/>
              </a:solidFill>
              <a:effectLst/>
              <a:uFillTx/>
              <a:latin typeface="Calibri"/>
            </a:endParaRPr>
          </a:p>
          <a:p>
            <a:pPr marL="1728000" lvl="3" indent="-216000" algn="l" defTabSz="914400">
              <a:spcBef>
                <a:spcPts val="360"/>
              </a:spcBef>
              <a:buClr>
                <a:srgbClr val="000000"/>
              </a:buClr>
              <a:buSzPct val="75000"/>
              <a:buFont typeface="Symbol" charset="2"/>
              <a:buChar char=""/>
            </a:pPr>
            <a:r>
              <a:rPr lang="es-CO" sz="1800" b="0" u="none" strike="noStrike">
                <a:solidFill>
                  <a:schemeClr val="dk1"/>
                </a:solidFill>
                <a:effectLst/>
                <a:uFillTx/>
                <a:latin typeface="Calibri"/>
              </a:rPr>
              <a:t>Cuarto nivel del esquema</a:t>
            </a:r>
            <a:endParaRPr lang="es-CO" sz="1800" b="0" u="none" strike="noStrike">
              <a:solidFill>
                <a:schemeClr val="dk1"/>
              </a:solidFill>
              <a:effectLst/>
              <a:uFillTx/>
              <a:latin typeface="Calibri"/>
            </a:endParaRPr>
          </a:p>
          <a:p>
            <a:pPr marL="2160000" lvl="4" indent="-216000" algn="l" defTabSz="914400">
              <a:spcBef>
                <a:spcPts val="360"/>
              </a:spcBef>
              <a:buClr>
                <a:srgbClr val="000000"/>
              </a:buClr>
              <a:buSzPct val="45000"/>
              <a:buFont typeface="Wingdings" charset="2"/>
              <a:buChar char=""/>
            </a:pPr>
            <a:r>
              <a:rPr lang="es-CO" sz="1800" b="0" u="none" strike="noStrike">
                <a:solidFill>
                  <a:schemeClr val="dk1"/>
                </a:solidFill>
                <a:effectLst/>
                <a:uFillTx/>
                <a:latin typeface="Calibri"/>
              </a:rPr>
              <a:t>Quinto nivel del esquema</a:t>
            </a:r>
            <a:endParaRPr lang="es-CO" sz="1800" b="0" u="none" strike="noStrike">
              <a:solidFill>
                <a:schemeClr val="dk1"/>
              </a:solidFill>
              <a:effectLst/>
              <a:uFillTx/>
              <a:latin typeface="Calibri"/>
            </a:endParaRPr>
          </a:p>
          <a:p>
            <a:pPr marL="2592000" lvl="5" indent="-216000" algn="l" defTabSz="914400">
              <a:spcBef>
                <a:spcPts val="283"/>
              </a:spcBef>
              <a:buClr>
                <a:srgbClr val="000000"/>
              </a:buClr>
              <a:buSzPct val="45000"/>
              <a:buFont typeface="Wingdings" charset="2"/>
              <a:buChar char=""/>
            </a:pPr>
            <a:r>
              <a:rPr lang="es-CO" sz="2000" b="0" u="none" strike="noStrike">
                <a:solidFill>
                  <a:schemeClr val="dk1"/>
                </a:solidFill>
                <a:effectLst/>
                <a:uFillTx/>
                <a:latin typeface="Calibri"/>
              </a:rPr>
              <a:t>Sexto nivel del esquema</a:t>
            </a:r>
            <a:endParaRPr lang="es-CO" sz="2000" b="0" u="none" strike="noStrike">
              <a:solidFill>
                <a:schemeClr val="dk1"/>
              </a:solidFill>
              <a:effectLst/>
              <a:uFillTx/>
              <a:latin typeface="Calibri"/>
            </a:endParaRPr>
          </a:p>
          <a:p>
            <a:pPr marL="3024000" lvl="6" indent="-216000" algn="l" defTabSz="914400">
              <a:spcBef>
                <a:spcPts val="283"/>
              </a:spcBef>
              <a:buClr>
                <a:srgbClr val="000000"/>
              </a:buClr>
              <a:buSzPct val="45000"/>
              <a:buFont typeface="Wingdings" charset="2"/>
              <a:buChar char=""/>
            </a:pPr>
            <a:r>
              <a:rPr lang="es-CO" sz="2000" b="0" u="none" strike="noStrike">
                <a:solidFill>
                  <a:schemeClr val="dk1"/>
                </a:solidFill>
                <a:effectLst/>
                <a:uFillTx/>
                <a:latin typeface="Calibri"/>
              </a:rPr>
              <a:t>Séptimo nivel del esquema</a:t>
            </a:r>
            <a:endParaRPr lang="es-CO" sz="2000" b="0" u="none" strike="noStrike">
              <a:solidFill>
                <a:schemeClr val="dk1"/>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bg>
      <p:bgPr>
        <a:blipFill rotWithShape="0">
          <a:blip r:embed="rId2"/>
          <a:stretch/>
        </a:blipFill>
      </p:bgPr>
    </p:bg>
    <p:spTree>
      <p:nvGrpSpPr>
        <p:cNvPr id="1" name=""/>
        <p:cNvGrpSpPr/>
        <p:nvPr/>
      </p:nvGrpSpPr>
      <p:grpSpPr>
        <a:xfrm>
          <a:off x="0" y="0"/>
          <a:ext cx="0" cy="0"/>
          <a:chOff x="0" y="0"/>
          <a:chExt cx="0" cy="0"/>
        </a:xfrm>
      </p:grpSpPr>
      <p:sp>
        <p:nvSpPr>
          <p:cNvPr id="44" name="PlaceHolder 1"/>
          <p:cNvSpPr>
            <a:spLocks noGrp="1"/>
          </p:cNvSpPr>
          <p:nvPr>
            <p:ph type="title" hasCustomPrompt="1"/>
          </p:nvPr>
        </p:nvSpPr>
        <p:spPr>
          <a:xfrm>
            <a:off x="457200" y="272880"/>
            <a:ext cx="3007800" cy="3227760"/>
          </a:xfrm>
          <a:prstGeom prst="rect">
            <a:avLst/>
          </a:prstGeom>
          <a:noFill/>
          <a:ln w="0">
            <a:noFill/>
          </a:ln>
        </p:spPr>
        <p:txBody>
          <a:bodyPr lIns="91440" tIns="45720" rIns="91440" bIns="45720" anchor="b">
            <a:noAutofit/>
          </a:bodyPr>
          <a:lstStyle>
            <a:lvl1pPr indent="0" algn="r" defTabSz="914400">
              <a:lnSpc>
                <a:spcPct val="100000"/>
              </a:lnSpc>
              <a:buNone/>
              <a:defRPr lang="es-ES" sz="3600" b="1" u="none" strike="noStrike">
                <a:solidFill>
                  <a:schemeClr val="dk2"/>
                </a:solidFill>
                <a:effectLst/>
                <a:uFillTx/>
                <a:latin typeface="Calibri"/>
              </a:defRPr>
            </a:lvl1pPr>
          </a:lstStyle>
          <a:p>
            <a:pPr indent="0" algn="r" defTabSz="914400">
              <a:lnSpc>
                <a:spcPct val="100000"/>
              </a:lnSpc>
              <a:buNone/>
            </a:pPr>
            <a:r>
              <a:rPr lang="es-ES" sz="3600" b="1" u="none" strike="noStrike">
                <a:solidFill>
                  <a:schemeClr val="dk2"/>
                </a:solidFill>
                <a:effectLst/>
                <a:uFillTx/>
                <a:latin typeface="Calibri"/>
              </a:rPr>
              <a:t>HAGA CLIC PARA MODIFICAR EL ESTILO DE TÍTULO DEL PATRÓN</a:t>
            </a:r>
            <a:endParaRPr lang="es-CO" sz="3600" b="1" u="none" strike="noStrike">
              <a:solidFill>
                <a:schemeClr val="dk2"/>
              </a:solidFill>
              <a:effectLst/>
              <a:uFillTx/>
              <a:latin typeface="Calibri"/>
            </a:endParaRPr>
          </a:p>
        </p:txBody>
      </p:sp>
      <p:sp>
        <p:nvSpPr>
          <p:cNvPr id="45"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439"/>
              </a:spcBef>
              <a:buClr>
                <a:srgbClr val="1F497D"/>
              </a:buClr>
              <a:buFont typeface="Arial"/>
              <a:buChar char="•"/>
              <a:defRPr lang="es-ES" sz="2200" b="0" u="none" strike="noStrike">
                <a:solidFill>
                  <a:schemeClr val="dk1">
                    <a:lumMod val="50000"/>
                    <a:lumOff val="50000"/>
                  </a:schemeClr>
                </a:solidFill>
                <a:effectLst/>
                <a:uFillTx/>
                <a:latin typeface="Calibri"/>
              </a:defRPr>
            </a:lvl1pPr>
            <a:lvl2pPr lvl="1" algn="l" defTabSz="914400">
              <a:lnSpc>
                <a:spcPct val="100000"/>
              </a:lnSpc>
              <a:spcBef>
                <a:spcPts val="400"/>
              </a:spcBef>
              <a:buClr>
                <a:srgbClr val="1F497D"/>
              </a:buClr>
              <a:buFont typeface="Arial"/>
              <a:buChar char="–"/>
              <a:defRPr lang="es-ES" sz="2000" b="0" u="none" strike="noStrike">
                <a:solidFill>
                  <a:schemeClr val="dk1">
                    <a:lumMod val="50000"/>
                    <a:lumOff val="50000"/>
                  </a:schemeClr>
                </a:solidFill>
                <a:effectLst/>
                <a:uFillTx/>
                <a:latin typeface="Calibri"/>
              </a:defRPr>
            </a:lvl2pPr>
            <a:lvl3pPr lvl="2" algn="l" defTabSz="914400">
              <a:lnSpc>
                <a:spcPct val="100000"/>
              </a:lnSpc>
              <a:spcBef>
                <a:spcPts val="360"/>
              </a:spcBef>
              <a:buClr>
                <a:srgbClr val="1F497D"/>
              </a:buClr>
              <a:buFont typeface="Arial"/>
              <a:buChar char="•"/>
              <a:defRPr lang="es-ES" sz="1800" b="0" u="none" strike="noStrike">
                <a:solidFill>
                  <a:schemeClr val="dk1">
                    <a:lumMod val="50000"/>
                    <a:lumOff val="50000"/>
                  </a:schemeClr>
                </a:solidFill>
                <a:effectLst/>
                <a:uFillTx/>
                <a:latin typeface="Calibri"/>
              </a:defRPr>
            </a:lvl3pPr>
            <a:lvl4pPr lvl="3" algn="l" defTabSz="914400">
              <a:lnSpc>
                <a:spcPct val="100000"/>
              </a:lnSpc>
              <a:spcBef>
                <a:spcPts val="320"/>
              </a:spcBef>
              <a:buClr>
                <a:srgbClr val="1F497D"/>
              </a:buClr>
              <a:buFont typeface="Arial"/>
              <a:buChar char="–"/>
              <a:defRPr lang="es-ES" sz="1600" b="0" u="none" strike="noStrike">
                <a:solidFill>
                  <a:schemeClr val="dk1">
                    <a:lumMod val="50000"/>
                    <a:lumOff val="50000"/>
                  </a:schemeClr>
                </a:solidFill>
                <a:effectLst/>
                <a:uFillTx/>
                <a:latin typeface="Calibri"/>
              </a:defRPr>
            </a:lvl4pPr>
            <a:lvl5pPr lvl="4" algn="l" defTabSz="914400">
              <a:lnSpc>
                <a:spcPct val="100000"/>
              </a:lnSpc>
              <a:spcBef>
                <a:spcPts val="281"/>
              </a:spcBef>
              <a:buClr>
                <a:srgbClr val="1F497D"/>
              </a:buClr>
              <a:buFont typeface="Arial"/>
              <a:buChar char="»"/>
              <a:defRPr lang="es-ES" sz="1400" b="0" u="none" strike="noStrike">
                <a:solidFill>
                  <a:schemeClr val="dk1">
                    <a:lumMod val="50000"/>
                    <a:lumOff val="50000"/>
                  </a:schemeClr>
                </a:solidFill>
                <a:effectLst/>
                <a:uFillTx/>
                <a:latin typeface="Calibri"/>
              </a:defRPr>
            </a:lvl5pPr>
          </a:lstStyle>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Haga clic para modificar el estilo de texto del patrón</a:t>
            </a:r>
            <a:endParaRPr lang="es-CO" sz="22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pPr>
            <a:r>
              <a:rPr lang="es-ES" sz="2000" b="0" u="none" strike="noStrike">
                <a:solidFill>
                  <a:schemeClr val="dk1">
                    <a:lumMod val="50000"/>
                    <a:lumOff val="50000"/>
                  </a:schemeClr>
                </a:solidFill>
                <a:effectLst/>
                <a:uFillTx/>
                <a:latin typeface="Calibri"/>
              </a:rPr>
              <a:t>Segundo nivel</a:t>
            </a:r>
            <a:endParaRPr lang="es-CO" sz="2000" b="0" u="none" strike="noStrike">
              <a:solidFill>
                <a:schemeClr val="dk1">
                  <a:lumMod val="50000"/>
                  <a:lumOff val="50000"/>
                </a:schemeClr>
              </a:solidFill>
              <a:effectLst/>
              <a:uFillTx/>
              <a:latin typeface="Calibri"/>
            </a:endParaRPr>
          </a:p>
          <a:p>
            <a:pPr marL="1143000" lvl="2" indent="-228600" algn="l" defTabSz="914400">
              <a:lnSpc>
                <a:spcPct val="100000"/>
              </a:lnSpc>
              <a:spcBef>
                <a:spcPts val="360"/>
              </a:spcBef>
              <a:buClr>
                <a:srgbClr val="1F497D"/>
              </a:buClr>
              <a:buFont typeface="Arial"/>
              <a:buChar char="•"/>
            </a:pPr>
            <a:r>
              <a:rPr lang="es-ES" sz="1800" b="0" u="none" strike="noStrike">
                <a:solidFill>
                  <a:schemeClr val="dk1">
                    <a:lumMod val="50000"/>
                    <a:lumOff val="50000"/>
                  </a:schemeClr>
                </a:solidFill>
                <a:effectLst/>
                <a:uFillTx/>
                <a:latin typeface="Calibri"/>
              </a:rPr>
              <a:t>Tercer nivel</a:t>
            </a:r>
            <a:endParaRPr lang="es-CO" sz="1800" b="0" u="none" strike="noStrike">
              <a:solidFill>
                <a:schemeClr val="dk1">
                  <a:lumMod val="50000"/>
                  <a:lumOff val="50000"/>
                </a:schemeClr>
              </a:solidFill>
              <a:effectLst/>
              <a:uFillTx/>
              <a:latin typeface="Calibri"/>
            </a:endParaRPr>
          </a:p>
          <a:p>
            <a:pPr marL="1600200" lvl="3" indent="-228600" algn="l" defTabSz="914400">
              <a:lnSpc>
                <a:spcPct val="100000"/>
              </a:lnSpc>
              <a:spcBef>
                <a:spcPts val="320"/>
              </a:spcBef>
              <a:buClr>
                <a:srgbClr val="1F497D"/>
              </a:buClr>
              <a:buFont typeface="Arial"/>
              <a:buChar char="–"/>
            </a:pPr>
            <a:r>
              <a:rPr lang="es-ES" sz="1600" b="0" u="none" strike="noStrike">
                <a:solidFill>
                  <a:schemeClr val="dk1">
                    <a:lumMod val="50000"/>
                    <a:lumOff val="50000"/>
                  </a:schemeClr>
                </a:solidFill>
                <a:effectLst/>
                <a:uFillTx/>
                <a:latin typeface="Calibri"/>
              </a:rPr>
              <a:t>Cuarto nivel</a:t>
            </a:r>
            <a:endParaRPr lang="es-CO" sz="1600" b="0" u="none" strike="noStrike">
              <a:solidFill>
                <a:schemeClr val="dk1">
                  <a:lumMod val="50000"/>
                  <a:lumOff val="50000"/>
                </a:schemeClr>
              </a:solidFill>
              <a:effectLst/>
              <a:uFillTx/>
              <a:latin typeface="Calibri"/>
            </a:endParaRPr>
          </a:p>
          <a:p>
            <a:pPr marL="2057400" lvl="4" indent="-228600" algn="l" defTabSz="914400">
              <a:lnSpc>
                <a:spcPct val="100000"/>
              </a:lnSpc>
              <a:spcBef>
                <a:spcPts val="281"/>
              </a:spcBef>
              <a:buClr>
                <a:srgbClr val="1F497D"/>
              </a:buClr>
              <a:buFont typeface="Arial"/>
              <a:buChar char="»"/>
            </a:pPr>
            <a:r>
              <a:rPr lang="es-ES" sz="1400" b="0" u="none" strike="noStrike">
                <a:solidFill>
                  <a:schemeClr val="dk1">
                    <a:lumMod val="50000"/>
                    <a:lumOff val="50000"/>
                  </a:schemeClr>
                </a:solidFill>
                <a:effectLst/>
                <a:uFillTx/>
                <a:latin typeface="Calibri"/>
              </a:rPr>
              <a:t>Quinto nivel</a:t>
            </a:r>
            <a:endParaRPr lang="es-CO" sz="1400" b="0" u="none" strike="noStrike">
              <a:solidFill>
                <a:schemeClr val="dk1">
                  <a:lumMod val="50000"/>
                  <a:lumOff val="50000"/>
                </a:schemeClr>
              </a:solidFill>
              <a:effectLst/>
              <a:uFillTx/>
              <a:latin typeface="Calibri"/>
            </a:endParaRPr>
          </a:p>
        </p:txBody>
      </p:sp>
      <p:sp>
        <p:nvSpPr>
          <p:cNvPr id="46" name="PlaceHolder 3"/>
          <p:cNvSpPr>
            <a:spLocks noGrp="1"/>
          </p:cNvSpPr>
          <p:nvPr>
            <p:ph type="body"/>
          </p:nvPr>
        </p:nvSpPr>
        <p:spPr>
          <a:xfrm>
            <a:off x="457200" y="3501000"/>
            <a:ext cx="3007800" cy="262476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s-ES" sz="1400" b="0" u="none" strike="noStrike">
                <a:solidFill>
                  <a:schemeClr val="dk1">
                    <a:lumMod val="50000"/>
                    <a:lumOff val="50000"/>
                  </a:schemeClr>
                </a:solidFill>
                <a:effectLst/>
                <a:uFillTx/>
                <a:latin typeface="Calibri"/>
              </a:defRPr>
            </a:lvl1pPr>
          </a:lstStyle>
          <a:p>
            <a:pPr indent="0" algn="l" defTabSz="914400">
              <a:lnSpc>
                <a:spcPct val="100000"/>
              </a:lnSpc>
              <a:spcBef>
                <a:spcPts val="281"/>
              </a:spcBef>
              <a:buNone/>
              <a:tabLst>
                <a:tab pos="0" algn="l"/>
              </a:tabLst>
            </a:pPr>
            <a:r>
              <a:rPr lang="es-ES" sz="1400" b="0" u="none" strike="noStrike">
                <a:solidFill>
                  <a:schemeClr val="dk1">
                    <a:lumMod val="50000"/>
                    <a:lumOff val="50000"/>
                  </a:schemeClr>
                </a:solidFill>
                <a:effectLst/>
                <a:uFillTx/>
                <a:latin typeface="Calibri"/>
              </a:rPr>
              <a:t>Haga clic para modificar el estilo de texto del patrón</a:t>
            </a:r>
            <a:endParaRPr lang="es-CO" sz="1400" b="0" u="none" strike="noStrike">
              <a:solidFill>
                <a:schemeClr val="dk1">
                  <a:lumMod val="50000"/>
                  <a:lumOff val="50000"/>
                </a:schemeClr>
              </a:solidFill>
              <a:effectLst/>
              <a:uFillTx/>
              <a:latin typeface="Calibri"/>
            </a:endParaRPr>
          </a:p>
        </p:txBody>
      </p:sp>
      <p:sp>
        <p:nvSpPr>
          <p:cNvPr id="47" name="PlaceHolder 4"/>
          <p:cNvSpPr>
            <a:spLocks noGrp="1"/>
          </p:cNvSpPr>
          <p:nvPr>
            <p:ph type="dt" idx="22"/>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48" name="PlaceHolder 5"/>
          <p:cNvSpPr>
            <a:spLocks noGrp="1"/>
          </p:cNvSpPr>
          <p:nvPr>
            <p:ph type="ftr" idx="23"/>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49" name="PlaceHolder 6"/>
          <p:cNvSpPr>
            <a:spLocks noGrp="1"/>
          </p:cNvSpPr>
          <p:nvPr>
            <p:ph type="sldNum" idx="24"/>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E47867F7-2ABF-4F8D-B37F-B5130567D544}"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bg>
      <p:bgPr>
        <a:blipFill rotWithShape="0">
          <a:blip r:embed="rId2"/>
          <a:stretch/>
        </a:blip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ctr" defTabSz="914400">
              <a:lnSpc>
                <a:spcPct val="100000"/>
              </a:lnSpc>
              <a:buNone/>
              <a:defRPr lang="es-ES" sz="2000" b="1" u="none" strike="noStrike">
                <a:solidFill>
                  <a:schemeClr val="dk2"/>
                </a:solidFill>
                <a:effectLst/>
                <a:uFillTx/>
                <a:latin typeface="Calibri"/>
              </a:defRPr>
            </a:lvl1pPr>
          </a:lstStyle>
          <a:p>
            <a:pPr indent="0" algn="ctr" defTabSz="914400">
              <a:lnSpc>
                <a:spcPct val="100000"/>
              </a:lnSpc>
              <a:buNone/>
            </a:pPr>
            <a:r>
              <a:rPr lang="es-ES" sz="2000" b="1" u="none" strike="noStrike">
                <a:solidFill>
                  <a:schemeClr val="dk2"/>
                </a:solidFill>
                <a:effectLst/>
                <a:uFillTx/>
                <a:latin typeface="Calibri"/>
              </a:rPr>
              <a:t>Haga clic para modificar el estilo de título del patrón</a:t>
            </a:r>
            <a:endParaRPr lang="es-CO" sz="2000" b="1" u="none" strike="noStrike">
              <a:solidFill>
                <a:schemeClr val="dk2"/>
              </a:solidFill>
              <a:effectLst/>
              <a:uFillTx/>
              <a:latin typeface="Calibri"/>
            </a:endParaRPr>
          </a:p>
        </p:txBody>
      </p:sp>
      <p:sp>
        <p:nvSpPr>
          <p:cNvPr id="51" name="PlaceHolder 2"/>
          <p:cNvSpPr>
            <a:spLocks noGrp="1"/>
          </p:cNvSpPr>
          <p:nvPr>
            <p:ph type="pic"/>
          </p:nvPr>
        </p:nvSpPr>
        <p:spPr>
          <a:xfrm>
            <a:off x="1792440" y="612720"/>
            <a:ext cx="5486040" cy="4114440"/>
          </a:xfrm>
          <a:prstGeom prst="rect">
            <a:avLst/>
          </a:prstGeom>
          <a:noFill/>
          <a:ln w="0">
            <a:noFill/>
          </a:ln>
        </p:spPr>
        <p:txBody>
          <a:bodyPr lIns="90000" tIns="45000" rIns="90000" bIns="45000" anchor="t">
            <a:noAutofit/>
          </a:bodyPr>
          <a:p>
            <a:pPr indent="0" algn="l">
              <a:buNone/>
            </a:pPr>
            <a:r>
              <a:rPr lang="es-CO" sz="3200" b="0" u="none" strike="noStrike">
                <a:solidFill>
                  <a:srgbClr val="000000"/>
                </a:solidFill>
                <a:effectLst/>
                <a:uFillTx/>
                <a:latin typeface="Arial"/>
              </a:rPr>
              <a:t>Pulse dos veces para añadir una imagen</a:t>
            </a:r>
            <a:endParaRPr lang="es-CO" sz="3200" b="0" u="none" strike="noStrike">
              <a:solidFill>
                <a:srgbClr val="000000"/>
              </a:solidFill>
              <a:effectLst/>
              <a:uFillTx/>
              <a:latin typeface="Arial"/>
            </a:endParaRPr>
          </a:p>
        </p:txBody>
      </p:sp>
      <p:sp>
        <p:nvSpPr>
          <p:cNvPr id="52"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ctr" defTabSz="914400">
              <a:lnSpc>
                <a:spcPct val="100000"/>
              </a:lnSpc>
              <a:spcBef>
                <a:spcPts val="281"/>
              </a:spcBef>
              <a:buNone/>
              <a:tabLst>
                <a:tab pos="0" algn="l"/>
              </a:tabLst>
              <a:defRPr lang="es-ES" sz="1400" b="0" u="none" strike="noStrike">
                <a:solidFill>
                  <a:schemeClr val="dk1">
                    <a:lumMod val="50000"/>
                    <a:lumOff val="50000"/>
                  </a:schemeClr>
                </a:solidFill>
                <a:effectLst/>
                <a:uFillTx/>
                <a:latin typeface="Calibri"/>
              </a:defRPr>
            </a:lvl1pPr>
          </a:lstStyle>
          <a:p>
            <a:pPr indent="0" algn="ctr" defTabSz="914400">
              <a:lnSpc>
                <a:spcPct val="100000"/>
              </a:lnSpc>
              <a:spcBef>
                <a:spcPts val="281"/>
              </a:spcBef>
              <a:buNone/>
              <a:tabLst>
                <a:tab pos="0" algn="l"/>
              </a:tabLst>
            </a:pPr>
            <a:r>
              <a:rPr lang="es-ES" sz="1400" b="0" u="none" strike="noStrike">
                <a:solidFill>
                  <a:schemeClr val="dk1">
                    <a:lumMod val="50000"/>
                    <a:lumOff val="50000"/>
                  </a:schemeClr>
                </a:solidFill>
                <a:effectLst/>
                <a:uFillTx/>
                <a:latin typeface="Calibri"/>
              </a:rPr>
              <a:t>Haga clic para modificar el estilo de texto del patrón</a:t>
            </a:r>
            <a:endParaRPr lang="es-CO" sz="1400" b="0" u="none" strike="noStrike">
              <a:solidFill>
                <a:schemeClr val="dk1">
                  <a:lumMod val="50000"/>
                  <a:lumOff val="50000"/>
                </a:schemeClr>
              </a:solidFill>
              <a:effectLst/>
              <a:uFillTx/>
              <a:latin typeface="Calibri"/>
            </a:endParaRPr>
          </a:p>
        </p:txBody>
      </p:sp>
      <p:sp>
        <p:nvSpPr>
          <p:cNvPr id="53" name="PlaceHolder 4"/>
          <p:cNvSpPr>
            <a:spLocks noGrp="1"/>
          </p:cNvSpPr>
          <p:nvPr>
            <p:ph type="dt" idx="25"/>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r>
              <a:rPr lang="es-CO" sz="1200" b="1" u="none" strike="noStrike">
                <a:solidFill>
                  <a:srgbClr val="DDD9C3"/>
                </a:solidFill>
                <a:effectLst/>
                <a:uFillTx/>
                <a:latin typeface="Calibri"/>
              </a:rPr>
              <a:t>&lt;fecha/hora&gt;</a:t>
            </a:r>
            <a:endParaRPr lang="es-CO" sz="1200" b="0" u="none" strike="noStrike">
              <a:solidFill>
                <a:srgbClr val="000000"/>
              </a:solidFill>
              <a:effectLst/>
              <a:uFillTx/>
              <a:latin typeface="Times New Roman"/>
            </a:endParaRPr>
          </a:p>
        </p:txBody>
      </p:sp>
      <p:sp>
        <p:nvSpPr>
          <p:cNvPr id="54" name="PlaceHolder 5"/>
          <p:cNvSpPr>
            <a:spLocks noGrp="1"/>
          </p:cNvSpPr>
          <p:nvPr>
            <p:ph type="ftr" idx="26"/>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&lt;pie de página&gt;</a:t>
            </a:r>
            <a:endParaRPr lang="es-CO" sz="1200" b="0" u="none" strike="noStrike">
              <a:solidFill>
                <a:srgbClr val="000000"/>
              </a:solidFill>
              <a:effectLst/>
              <a:uFillTx/>
              <a:latin typeface="Times New Roman"/>
            </a:endParaRPr>
          </a:p>
        </p:txBody>
      </p:sp>
      <p:sp>
        <p:nvSpPr>
          <p:cNvPr id="55" name="PlaceHolder 6"/>
          <p:cNvSpPr>
            <a:spLocks noGrp="1"/>
          </p:cNvSpPr>
          <p:nvPr>
            <p:ph type="sldNum" idx="27"/>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3B5D5BD8-A617-4F3A-84FA-A9F01981192C}"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hyperlink" Target="mailto:ever.torres@ingbiomedica.com" TargetMode="External"/><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slideLayout" Target="../slideLayouts/slideLayout4.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jpeg"/><Relationship Id="rId3"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9.emf"/><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9.emf"/><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hyperlink" Target="https://youtu.be/IGQmdoK_ZfY" TargetMode="External"/><Relationship Id="rId2"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hyperlink" Target="https://youtu.be/1Yqj76Q4jJ4" TargetMode="External"/><Relationship Id="rId2" Type="http://schemas.openxmlformats.org/officeDocument/2006/relationships/image" Target="../media/image14.jpeg"/><Relationship Id="rId3"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image" Target="../media/image15.emf"/><Relationship Id="rId2" Type="http://schemas.openxmlformats.org/officeDocument/2006/relationships/image" Target="../media/image16.emf"/><Relationship Id="rId3"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image" Target="../media/image17.emf"/><Relationship Id="rId2" Type="http://schemas.openxmlformats.org/officeDocument/2006/relationships/slideLayout" Target="../slideLayouts/slideLayout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
</Relationships>
</file>

<file path=ppt/slides/_rels/slide4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xml"/>
</Relationships>
</file>

<file path=ppt/slides/_rels/slide4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xml"/>
</Relationships>
</file>

<file path=ppt/slides/_rels/slide4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slideLayout" Target="../slideLayouts/slideLayout4.xml"/>
</Relationships>
</file>

<file path=ppt/slides/_rels/slide49.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4.xml"/>
</Relationships>
</file>

<file path=ppt/slides/_rels/slide50.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image" Target="../media/image27.jpeg"/><Relationship Id="rId3" Type="http://schemas.openxmlformats.org/officeDocument/2006/relationships/slideLayout" Target="../slideLayouts/slideLayout4.xml"/>
</Relationships>
</file>

<file path=ppt/slides/_rels/slide51.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jpeg"/><Relationship Id="rId3" Type="http://schemas.openxmlformats.org/officeDocument/2006/relationships/slideLayout" Target="../slideLayouts/slideLayout4.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hasCustomPrompt="1"/>
          </p:nvPr>
        </p:nvSpPr>
        <p:spPr>
          <a:xfrm>
            <a:off x="757800" y="1412640"/>
            <a:ext cx="7772040" cy="2376000"/>
          </a:xfrm>
          <a:prstGeom prst="rect">
            <a:avLst/>
          </a:prstGeom>
          <a:noFill/>
          <a:ln w="0">
            <a:noFill/>
          </a:ln>
        </p:spPr>
        <p:txBody>
          <a:bodyPr lIns="91440" tIns="45720" rIns="91440" bIns="45720" anchor="ctr">
            <a:noAutofit/>
          </a:bodyPr>
          <a:p>
            <a:pPr indent="0" algn="ctr" defTabSz="914400">
              <a:lnSpc>
                <a:spcPct val="100000"/>
              </a:lnSpc>
              <a:buNone/>
            </a:pPr>
            <a:r>
              <a:rPr lang="es-ES_tradnl" sz="3600" b="1" u="none" strike="noStrike">
                <a:solidFill>
                  <a:schemeClr val="dk2"/>
                </a:solidFill>
                <a:effectLst/>
                <a:uFillTx/>
                <a:latin typeface="Calibri"/>
              </a:rPr>
              <a:t>MÓDULO DE USABILIDAD E INTEROPERABILIDAD</a:t>
            </a:r>
            <a:br>
              <a:rPr sz="3600"/>
            </a:br>
            <a:br>
              <a:rPr sz="3600"/>
            </a:br>
            <a:r>
              <a:rPr lang="es-ES_tradnl" sz="3600" b="1" u="none" strike="noStrike">
                <a:solidFill>
                  <a:schemeClr val="dk2"/>
                </a:solidFill>
                <a:effectLst/>
                <a:uFillTx/>
                <a:latin typeface="Calibri"/>
              </a:rPr>
              <a:t>La interacción humano máquina</a:t>
            </a:r>
            <a:br>
              <a:rPr sz="3600"/>
            </a:br>
            <a:r>
              <a:rPr lang="es-ES_tradnl" sz="3600" b="1" u="none" strike="noStrike">
                <a:solidFill>
                  <a:schemeClr val="dk2"/>
                </a:solidFill>
                <a:effectLst/>
                <a:uFillTx/>
                <a:latin typeface="Calibri"/>
              </a:rPr>
              <a:t>Generalidades de la Usabilidad</a:t>
            </a:r>
            <a:endParaRPr lang="es-CO" sz="3600" b="1" u="none" strike="noStrike">
              <a:solidFill>
                <a:schemeClr val="dk2"/>
              </a:solidFill>
              <a:effectLst/>
              <a:uFillTx/>
              <a:latin typeface="Calibri"/>
            </a:endParaRPr>
          </a:p>
        </p:txBody>
      </p:sp>
      <p:sp>
        <p:nvSpPr>
          <p:cNvPr id="63" name="PlaceHolder 2"/>
          <p:cNvSpPr>
            <a:spLocks noGrp="1"/>
          </p:cNvSpPr>
          <p:nvPr>
            <p:ph type="subTitle"/>
          </p:nvPr>
        </p:nvSpPr>
        <p:spPr>
          <a:xfrm>
            <a:off x="323640" y="4005000"/>
            <a:ext cx="8640720" cy="1752120"/>
          </a:xfrm>
          <a:prstGeom prst="rect">
            <a:avLst/>
          </a:prstGeom>
          <a:noFill/>
          <a:ln w="0">
            <a:noFill/>
          </a:ln>
        </p:spPr>
        <p:txBody>
          <a:bodyPr lIns="91440" tIns="45720" rIns="91440" bIns="45720" anchor="t">
            <a:normAutofit/>
          </a:bodyPr>
          <a:p>
            <a:pPr indent="0" algn="ctr" defTabSz="914400">
              <a:lnSpc>
                <a:spcPct val="100000"/>
              </a:lnSpc>
              <a:spcBef>
                <a:spcPts val="479"/>
              </a:spcBef>
              <a:buNone/>
              <a:tabLst>
                <a:tab pos="0" algn="l"/>
              </a:tabLst>
            </a:pPr>
            <a:endParaRPr lang="es-CO" sz="2400" b="0" u="none" strike="noStrike">
              <a:solidFill>
                <a:schemeClr val="dk1">
                  <a:tint val="75000"/>
                </a:schemeClr>
              </a:solidFill>
              <a:effectLst/>
              <a:uFillTx/>
              <a:latin typeface="Calibri"/>
            </a:endParaRPr>
          </a:p>
          <a:p>
            <a:pPr indent="0" algn="ctr" defTabSz="914400">
              <a:lnSpc>
                <a:spcPct val="100000"/>
              </a:lnSpc>
              <a:spcBef>
                <a:spcPts val="479"/>
              </a:spcBef>
              <a:buNone/>
              <a:tabLst>
                <a:tab pos="0" algn="l"/>
              </a:tabLst>
            </a:pPr>
            <a:r>
              <a:rPr lang="es-ES_tradnl" sz="2400" b="0" u="none" strike="noStrike">
                <a:solidFill>
                  <a:schemeClr val="dk1">
                    <a:tint val="75000"/>
                  </a:schemeClr>
                </a:solidFill>
                <a:effectLst/>
                <a:uFillTx/>
                <a:latin typeface="Calibri"/>
              </a:rPr>
              <a:t>Docente: </a:t>
            </a:r>
            <a:endParaRPr lang="es-CO" sz="2400" b="0" u="none" strike="noStrike">
              <a:solidFill>
                <a:schemeClr val="dk1">
                  <a:tint val="75000"/>
                </a:schemeClr>
              </a:solidFill>
              <a:effectLst/>
              <a:uFillTx/>
              <a:latin typeface="Calibri"/>
            </a:endParaRPr>
          </a:p>
          <a:p>
            <a:pPr indent="0" algn="ctr" defTabSz="914400">
              <a:lnSpc>
                <a:spcPct val="100000"/>
              </a:lnSpc>
              <a:spcBef>
                <a:spcPts val="479"/>
              </a:spcBef>
              <a:buNone/>
              <a:tabLst>
                <a:tab pos="0" algn="l"/>
              </a:tabLst>
            </a:pPr>
            <a:r>
              <a:rPr lang="es-ES_tradnl" sz="2400" b="0" u="none" strike="noStrike">
                <a:solidFill>
                  <a:schemeClr val="dk1">
                    <a:tint val="75000"/>
                  </a:schemeClr>
                </a:solidFill>
                <a:effectLst/>
                <a:uFillTx/>
                <a:latin typeface="Calibri"/>
              </a:rPr>
              <a:t>Ever Augusto Torres Silva </a:t>
            </a:r>
            <a:br>
              <a:rPr sz="2400"/>
            </a:br>
            <a:r>
              <a:rPr lang="es-ES_tradnl" sz="2400" b="0" u="sng" strike="noStrike">
                <a:solidFill>
                  <a:schemeClr val="dk1">
                    <a:tint val="75000"/>
                  </a:schemeClr>
                </a:solidFill>
                <a:effectLst/>
                <a:uFillTx/>
                <a:latin typeface="Calibri"/>
                <a:hlinkClick r:id="rId1"/>
              </a:rPr>
              <a:t>ever.torres@ingbiomedica.com</a:t>
            </a:r>
            <a:r>
              <a:rPr lang="es-ES_tradnl" sz="2400" b="0" u="none" strike="noStrike">
                <a:solidFill>
                  <a:schemeClr val="dk1">
                    <a:tint val="75000"/>
                  </a:schemeClr>
                </a:solidFill>
                <a:effectLst/>
                <a:uFillTx/>
                <a:latin typeface="Calibri"/>
              </a:rPr>
              <a:t>  </a:t>
            </a:r>
            <a:endParaRPr lang="es-CO" sz="2400" b="0" u="none" strike="noStrike">
              <a:solidFill>
                <a:schemeClr val="dk1">
                  <a:tint val="75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hasCustomPrompt="1"/>
          </p:nvPr>
        </p:nvSpPr>
        <p:spPr>
          <a:xfrm>
            <a:off x="2699640" y="274680"/>
            <a:ext cx="598680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Cronograma Módulo de Usabilidad e Interoperabilidad</a:t>
            </a:r>
            <a:endParaRPr lang="es-CO" sz="3600" b="1" u="none" strike="noStrike">
              <a:solidFill>
                <a:schemeClr val="dk2"/>
              </a:solidFill>
              <a:effectLst/>
              <a:uFillTx/>
              <a:latin typeface="Calibri"/>
            </a:endParaRPr>
          </a:p>
        </p:txBody>
      </p:sp>
      <p:sp>
        <p:nvSpPr>
          <p:cNvPr id="65" name="PlaceHolder 2"/>
          <p:cNvSpPr>
            <a:spLocks noGrp="1"/>
          </p:cNvSpPr>
          <p:nvPr>
            <p:ph type="dt" idx="31"/>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13EF7576-DF2A-4F7E-BCDE-A34CFC9D10DD}"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66" name="PlaceHolder 3"/>
          <p:cNvSpPr>
            <a:spLocks noGrp="1"/>
          </p:cNvSpPr>
          <p:nvPr>
            <p:ph type="ftr" idx="32"/>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Juliana M. Fernández A.</a:t>
            </a:r>
            <a:endParaRPr lang="es-CO" sz="1200" b="0" u="none" strike="noStrike">
              <a:solidFill>
                <a:srgbClr val="000000"/>
              </a:solidFill>
              <a:effectLst/>
              <a:uFillTx/>
              <a:latin typeface="Times New Roman"/>
            </a:endParaRPr>
          </a:p>
        </p:txBody>
      </p:sp>
      <p:sp>
        <p:nvSpPr>
          <p:cNvPr id="67" name="PlaceHolder 4"/>
          <p:cNvSpPr>
            <a:spLocks noGrp="1"/>
          </p:cNvSpPr>
          <p:nvPr>
            <p:ph type="sldNum" idx="33"/>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1112629C-6E18-40B2-98AE-2197BBDE0DC1}" type="slidenum">
              <a:rPr lang="es-CO" sz="1200" b="1" u="none" strike="noStrike">
                <a:solidFill>
                  <a:srgbClr val="DDD9C3"/>
                </a:solidFill>
                <a:effectLst/>
                <a:uFillTx/>
                <a:latin typeface="Calibri"/>
              </a:rPr>
              <a:t>1</a:t>
            </a:fld>
            <a:endParaRPr lang="es-CO" sz="1200" b="0" u="none" strike="noStrike">
              <a:solidFill>
                <a:srgbClr val="000000"/>
              </a:solidFill>
              <a:effectLst/>
              <a:uFillTx/>
              <a:latin typeface="Times New Roman"/>
            </a:endParaRPr>
          </a:p>
        </p:txBody>
      </p:sp>
      <p:graphicFrame>
        <p:nvGraphicFramePr>
          <p:cNvPr id="68" name="Tabla 6"/>
          <p:cNvGraphicFramePr/>
          <p:nvPr/>
        </p:nvGraphicFramePr>
        <p:xfrm>
          <a:off x="457200" y="1417680"/>
          <a:ext cx="8229240" cy="4506480"/>
        </p:xfrm>
        <a:graphic>
          <a:graphicData uri="http://schemas.openxmlformats.org/drawingml/2006/table">
            <a:tbl>
              <a:tblPr/>
              <a:tblGrid>
                <a:gridCol w="1127880"/>
                <a:gridCol w="1186200"/>
                <a:gridCol w="5914800"/>
              </a:tblGrid>
              <a:tr h="237960">
                <a:tc>
                  <a:txBody>
                    <a:bodyPr lIns="68400" tIns="0" rIns="68400" bIns="0" anchor="t">
                      <a:noAutofit/>
                    </a:bodyPr>
                    <a:p>
                      <a:pPr algn="ctr" defTabSz="914400">
                        <a:lnSpc>
                          <a:spcPct val="107000"/>
                        </a:lnSpc>
                      </a:pPr>
                      <a:r>
                        <a:rPr lang="es-CO" sz="1100" b="1" u="none" strike="noStrike">
                          <a:solidFill>
                            <a:schemeClr val="dk1"/>
                          </a:solidFill>
                          <a:effectLst/>
                          <a:uFillTx/>
                          <a:latin typeface="Calibri"/>
                        </a:rPr>
                        <a:t>SESIÓN</a:t>
                      </a:r>
                      <a:endParaRPr lang="es-CO" sz="11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lumMod val="60000"/>
                        <a:lumOff val="40000"/>
                      </a:schemeClr>
                    </a:solidFill>
                  </a:tcPr>
                </a:tc>
                <a:tc>
                  <a:txBody>
                    <a:bodyPr lIns="68400" tIns="0" rIns="68400" bIns="0" anchor="t">
                      <a:noAutofit/>
                    </a:bodyPr>
                    <a:p>
                      <a:pPr algn="ctr" defTabSz="914400">
                        <a:lnSpc>
                          <a:spcPct val="107000"/>
                        </a:lnSpc>
                      </a:pPr>
                      <a:r>
                        <a:rPr lang="es-CO" sz="1100" b="1" u="none" strike="noStrike">
                          <a:solidFill>
                            <a:schemeClr val="dk1"/>
                          </a:solidFill>
                          <a:effectLst/>
                          <a:uFillTx/>
                          <a:latin typeface="Calibri"/>
                        </a:rPr>
                        <a:t>DURACIÓN (HORAS)</a:t>
                      </a:r>
                      <a:endParaRPr lang="es-CO" sz="11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lumMod val="60000"/>
                        <a:lumOff val="40000"/>
                      </a:schemeClr>
                    </a:solidFill>
                  </a:tcPr>
                </a:tc>
                <a:tc>
                  <a:txBody>
                    <a:bodyPr lIns="68400" tIns="0" rIns="68400" bIns="0" anchor="t">
                      <a:noAutofit/>
                    </a:bodyPr>
                    <a:p>
                      <a:pPr algn="ctr" defTabSz="914400">
                        <a:lnSpc>
                          <a:spcPct val="107000"/>
                        </a:lnSpc>
                      </a:pPr>
                      <a:r>
                        <a:rPr lang="es-CO" sz="1100" b="1" u="none" strike="noStrike">
                          <a:solidFill>
                            <a:schemeClr val="dk1"/>
                          </a:solidFill>
                          <a:effectLst/>
                          <a:uFillTx/>
                          <a:latin typeface="Calibri"/>
                        </a:rPr>
                        <a:t>TEMA</a:t>
                      </a:r>
                      <a:endParaRPr lang="es-CO" sz="11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lumMod val="60000"/>
                        <a:lumOff val="40000"/>
                      </a:schemeClr>
                    </a:solidFill>
                  </a:tcPr>
                </a:tc>
              </a:tr>
              <a:tr h="98604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1</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Presentación del Módulo</a:t>
                      </a:r>
                      <a:endParaRPr lang="es-CO" sz="1200" b="0" u="none" strike="noStrike">
                        <a:solidFill>
                          <a:srgbClr val="000000"/>
                        </a:solidFill>
                        <a:effectLst/>
                        <a:uFillTx/>
                        <a:latin typeface="Arial"/>
                      </a:endParaRPr>
                    </a:p>
                    <a:p>
                      <a:pPr defTabSz="914400">
                        <a:lnSpc>
                          <a:spcPct val="107000"/>
                        </a:lnSpc>
                      </a:pPr>
                      <a:r>
                        <a:rPr lang="es-CO" sz="1200" b="0" u="none" strike="noStrike">
                          <a:solidFill>
                            <a:schemeClr val="dk1"/>
                          </a:solidFill>
                          <a:effectLst/>
                          <a:uFillTx/>
                          <a:latin typeface="Verdana"/>
                          <a:ea typeface="Verdana"/>
                        </a:rPr>
                        <a:t>Los errores en Salud y el papel de los sistemas de información y transacción de datos.</a:t>
                      </a:r>
                      <a:endParaRPr lang="es-CO" sz="1200" b="0" u="none" strike="noStrike">
                        <a:solidFill>
                          <a:srgbClr val="000000"/>
                        </a:solidFill>
                        <a:effectLst/>
                        <a:uFillTx/>
                        <a:latin typeface="Arial"/>
                      </a:endParaRPr>
                    </a:p>
                    <a:p>
                      <a:pPr defTabSz="914400">
                        <a:lnSpc>
                          <a:spcPct val="107000"/>
                        </a:lnSpc>
                      </a:pPr>
                      <a:r>
                        <a:rPr lang="es-CO" sz="1200" b="0" u="none" strike="noStrike">
                          <a:solidFill>
                            <a:schemeClr val="dk1"/>
                          </a:solidFill>
                          <a:effectLst/>
                          <a:uFillTx/>
                          <a:latin typeface="Verdana"/>
                          <a:ea typeface="Verdana"/>
                        </a:rPr>
                        <a:t>El lado humano de la interacción Humano Máquina</a:t>
                      </a:r>
                      <a:endParaRPr lang="es-CO" sz="1200" b="0" u="none" strike="noStrike">
                        <a:solidFill>
                          <a:srgbClr val="000000"/>
                        </a:solidFill>
                        <a:effectLst/>
                        <a:uFillTx/>
                        <a:latin typeface="Arial"/>
                      </a:endParaRPr>
                    </a:p>
                    <a:p>
                      <a:pPr defTabSz="914400">
                        <a:lnSpc>
                          <a:spcPct val="107000"/>
                        </a:lnSpc>
                      </a:pPr>
                      <a:r>
                        <a:rPr lang="es-CO" sz="1200" b="0" u="none" strike="noStrike">
                          <a:solidFill>
                            <a:schemeClr val="dk1"/>
                          </a:solidFill>
                          <a:effectLst/>
                          <a:uFillTx/>
                          <a:latin typeface="Verdana"/>
                          <a:ea typeface="Verdana"/>
                        </a:rPr>
                        <a:t>Generalidades de Usabilidad</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365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2</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Marco TURF</a:t>
                      </a:r>
                      <a:endParaRPr lang="es-CO" sz="1200" b="0" u="none" strike="noStrike">
                        <a:solidFill>
                          <a:srgbClr val="000000"/>
                        </a:solidFill>
                        <a:effectLst/>
                        <a:uFillTx/>
                        <a:latin typeface="Arial"/>
                      </a:endParaRPr>
                    </a:p>
                    <a:p>
                      <a:pPr marL="343080" indent="-343080" defTabSz="914400">
                        <a:lnSpc>
                          <a:spcPct val="107000"/>
                        </a:lnSpc>
                        <a:buClr>
                          <a:srgbClr val="000000"/>
                        </a:buClr>
                        <a:buFont typeface="Calibri"/>
                        <a:buChar char="-"/>
                      </a:pPr>
                      <a:r>
                        <a:rPr lang="es-CO" sz="1200" b="0" u="none" strike="noStrike">
                          <a:solidFill>
                            <a:schemeClr val="dk1"/>
                          </a:solidFill>
                          <a:effectLst/>
                          <a:uFillTx/>
                          <a:latin typeface="Verdana"/>
                          <a:ea typeface="Verdana"/>
                        </a:rPr>
                        <a:t>Análisis de Usuarios</a:t>
                      </a:r>
                      <a:endParaRPr lang="es-CO" sz="1200" b="0" u="none" strike="noStrike">
                        <a:solidFill>
                          <a:srgbClr val="000000"/>
                        </a:solidFill>
                        <a:effectLst/>
                        <a:uFillTx/>
                        <a:latin typeface="Arial"/>
                      </a:endParaRPr>
                    </a:p>
                    <a:p>
                      <a:pPr marL="343080" indent="-343080" defTabSz="914400">
                        <a:lnSpc>
                          <a:spcPct val="107000"/>
                        </a:lnSpc>
                        <a:buClr>
                          <a:srgbClr val="000000"/>
                        </a:buClr>
                        <a:buFont typeface="Calibri"/>
                        <a:buChar char="-"/>
                      </a:pPr>
                      <a:r>
                        <a:rPr lang="es-CO" sz="1200" b="0" u="none" strike="noStrike">
                          <a:solidFill>
                            <a:schemeClr val="dk1"/>
                          </a:solidFill>
                          <a:effectLst/>
                          <a:uFillTx/>
                          <a:latin typeface="Verdana"/>
                          <a:ea typeface="Verdana"/>
                        </a:rPr>
                        <a:t>Análisis de Funcionalidad</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365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3</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Marco TURF</a:t>
                      </a:r>
                      <a:endParaRPr lang="es-CO" sz="1200" b="0" u="none" strike="noStrike">
                        <a:solidFill>
                          <a:srgbClr val="000000"/>
                        </a:solidFill>
                        <a:effectLst/>
                        <a:uFillTx/>
                        <a:latin typeface="Arial"/>
                      </a:endParaRPr>
                    </a:p>
                    <a:p>
                      <a:pPr marL="343080" indent="-343080" defTabSz="914400">
                        <a:lnSpc>
                          <a:spcPct val="107000"/>
                        </a:lnSpc>
                        <a:buClr>
                          <a:srgbClr val="000000"/>
                        </a:buClr>
                        <a:buFont typeface="Calibri"/>
                        <a:buChar char="-"/>
                      </a:pPr>
                      <a:r>
                        <a:rPr lang="es-CO" sz="1200" b="0" u="none" strike="noStrike">
                          <a:solidFill>
                            <a:schemeClr val="dk1"/>
                          </a:solidFill>
                          <a:effectLst/>
                          <a:uFillTx/>
                          <a:latin typeface="Verdana"/>
                          <a:ea typeface="Verdana"/>
                        </a:rPr>
                        <a:t>Análisis de Representación</a:t>
                      </a:r>
                      <a:endParaRPr lang="es-CO" sz="1200" b="0" u="none" strike="noStrike">
                        <a:solidFill>
                          <a:srgbClr val="000000"/>
                        </a:solidFill>
                        <a:effectLst/>
                        <a:uFillTx/>
                        <a:latin typeface="Arial"/>
                      </a:endParaRPr>
                    </a:p>
                    <a:p>
                      <a:pPr marL="343080" indent="-343080" defTabSz="914400">
                        <a:lnSpc>
                          <a:spcPct val="107000"/>
                        </a:lnSpc>
                        <a:buClr>
                          <a:srgbClr val="000000"/>
                        </a:buClr>
                        <a:buFont typeface="Calibri"/>
                        <a:buChar char="-"/>
                      </a:pPr>
                      <a:r>
                        <a:rPr lang="es-CO" sz="1200" b="0" u="none" strike="noStrike">
                          <a:solidFill>
                            <a:schemeClr val="dk1"/>
                          </a:solidFill>
                          <a:effectLst/>
                          <a:uFillTx/>
                          <a:latin typeface="Verdana"/>
                          <a:ea typeface="Verdana"/>
                        </a:rPr>
                        <a:t>Análisis de Tareas</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365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Introducción a la Interoperabilidad</a:t>
                      </a:r>
                      <a:endParaRPr lang="es-CO" sz="1200" b="0" u="none" strike="noStrike">
                        <a:solidFill>
                          <a:srgbClr val="000000"/>
                        </a:solidFill>
                        <a:effectLst/>
                        <a:uFillTx/>
                        <a:latin typeface="Arial"/>
                      </a:endParaRPr>
                    </a:p>
                    <a:p>
                      <a:pPr defTabSz="914400">
                        <a:lnSpc>
                          <a:spcPct val="107000"/>
                        </a:lnSpc>
                      </a:pPr>
                      <a:r>
                        <a:rPr lang="es-CO" sz="1200" b="0" u="none" strike="noStrike">
                          <a:solidFill>
                            <a:schemeClr val="dk1"/>
                          </a:solidFill>
                          <a:effectLst/>
                          <a:uFillTx/>
                          <a:latin typeface="Verdana"/>
                          <a:ea typeface="Verdana"/>
                        </a:rPr>
                        <a:t>Vocabularios y Terminologías</a:t>
                      </a:r>
                      <a:endParaRPr lang="es-CO" sz="1200" b="0" u="none" strike="noStrike">
                        <a:solidFill>
                          <a:srgbClr val="000000"/>
                        </a:solidFill>
                        <a:effectLst/>
                        <a:uFillTx/>
                        <a:latin typeface="Arial"/>
                      </a:endParaRPr>
                    </a:p>
                    <a:p>
                      <a:pPr defTabSz="914400">
                        <a:lnSpc>
                          <a:spcPct val="107000"/>
                        </a:lnSpc>
                      </a:pPr>
                      <a:r>
                        <a:rPr lang="es-CO" sz="1200" b="0" u="none" strike="noStrike">
                          <a:solidFill>
                            <a:schemeClr val="dk1"/>
                          </a:solidFill>
                          <a:effectLst/>
                          <a:uFillTx/>
                          <a:latin typeface="Verdana"/>
                          <a:ea typeface="Verdana"/>
                        </a:rPr>
                        <a:t> </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2379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5</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Introducción a HL7 V2</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2379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6</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HL7 V2</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2379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7</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ROCOL S.A.</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237960">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8</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algn="ctr" defTabSz="914400">
                        <a:lnSpc>
                          <a:spcPct val="107000"/>
                        </a:lnSpc>
                      </a:pPr>
                      <a:r>
                        <a:rPr lang="es-CO" sz="1200" b="0" u="none" strike="noStrike">
                          <a:solidFill>
                            <a:schemeClr val="dk1"/>
                          </a:solidFill>
                          <a:effectLst/>
                          <a:uFillTx/>
                          <a:latin typeface="Verdana"/>
                          <a:ea typeface="Verdana"/>
                        </a:rPr>
                        <a:t>4</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68400" tIns="0" rIns="68400" bIns="0" anchor="t">
                      <a:noAutofit/>
                    </a:bodyPr>
                    <a:p>
                      <a:pPr defTabSz="914400">
                        <a:lnSpc>
                          <a:spcPct val="107000"/>
                        </a:lnSpc>
                      </a:pPr>
                      <a:r>
                        <a:rPr lang="es-CO" sz="1200" b="0" u="none" strike="noStrike">
                          <a:solidFill>
                            <a:schemeClr val="dk1"/>
                          </a:solidFill>
                          <a:effectLst/>
                          <a:uFillTx/>
                          <a:latin typeface="Verdana"/>
                          <a:ea typeface="Verdana"/>
                        </a:rPr>
                        <a:t>ST JUDE MEDICAL</a:t>
                      </a:r>
                      <a:endParaRPr lang="es-CO" sz="1200" b="0" u="none" strike="noStrike">
                        <a:solidFill>
                          <a:srgbClr val="000000"/>
                        </a:solidFill>
                        <a:effectLst/>
                        <a:uFillTx/>
                        <a:latin typeface="Arial"/>
                      </a:endParaRPr>
                    </a:p>
                  </a:txBody>
                  <a:tcPr anchor="t" marL="68400" marR="6840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Agenda</a:t>
            </a:r>
            <a:endParaRPr lang="es-CO" sz="3600" b="1" u="none" strike="noStrike">
              <a:solidFill>
                <a:schemeClr val="dk2"/>
              </a:solidFill>
              <a:effectLst/>
              <a:uFillTx/>
              <a:latin typeface="Calibri"/>
            </a:endParaRPr>
          </a:p>
        </p:txBody>
      </p:sp>
      <p:sp>
        <p:nvSpPr>
          <p:cNvPr id="70"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p>
            <a:pPr marL="343080" indent="-343080" algn="l" defTabSz="914400">
              <a:lnSpc>
                <a:spcPct val="100000"/>
              </a:lnSpc>
              <a:spcBef>
                <a:spcPts val="439"/>
              </a:spcBef>
              <a:buClr>
                <a:srgbClr val="1F497D"/>
              </a:buClr>
              <a:buFont typeface="Arial"/>
              <a:buChar char="•"/>
            </a:pPr>
            <a:r>
              <a:rPr lang="es-CO" sz="2200" b="0" u="none" strike="noStrike">
                <a:solidFill>
                  <a:schemeClr val="dk1">
                    <a:lumMod val="50000"/>
                    <a:lumOff val="50000"/>
                  </a:schemeClr>
                </a:solidFill>
                <a:effectLst/>
                <a:uFillTx/>
                <a:latin typeface="Calibri"/>
              </a:rPr>
              <a:t>Errores en la atención en salud</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CO" sz="2200" b="0" u="none" strike="noStrike">
                <a:solidFill>
                  <a:schemeClr val="dk1">
                    <a:lumMod val="50000"/>
                    <a:lumOff val="50000"/>
                  </a:schemeClr>
                </a:solidFill>
                <a:effectLst/>
                <a:uFillTx/>
                <a:latin typeface="Calibri"/>
              </a:rPr>
              <a:t>Papel de las Tecnologías de información</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CO" sz="2200" b="0" u="none" strike="noStrike">
                <a:solidFill>
                  <a:schemeClr val="dk1">
                    <a:lumMod val="50000"/>
                    <a:lumOff val="50000"/>
                  </a:schemeClr>
                </a:solidFill>
                <a:effectLst/>
                <a:uFillTx/>
                <a:latin typeface="Calibri"/>
              </a:rPr>
              <a:t>Estrategias para el mejoramiento</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Usabilidad</a:t>
            </a:r>
            <a:endParaRPr lang="es-CO" sz="22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pPr>
            <a:r>
              <a:rPr lang="es-CO" sz="2000" b="0" u="none" strike="noStrike">
                <a:solidFill>
                  <a:schemeClr val="dk1">
                    <a:lumMod val="50000"/>
                    <a:lumOff val="50000"/>
                  </a:schemeClr>
                </a:solidFill>
                <a:effectLst/>
                <a:uFillTx/>
                <a:latin typeface="Calibri"/>
              </a:rPr>
              <a:t>Diseño centrado en el usuario</a:t>
            </a:r>
            <a:endParaRPr lang="es-CO" sz="2000" b="0" u="none" strike="noStrike">
              <a:solidFill>
                <a:schemeClr val="dk1">
                  <a:lumMod val="50000"/>
                  <a:lumOff val="50000"/>
                </a:schemeClr>
              </a:solidFill>
              <a:effectLst/>
              <a:uFillTx/>
              <a:latin typeface="Calibri"/>
            </a:endParaRPr>
          </a:p>
          <a:p>
            <a:pPr marL="743040" lvl="1" indent="-285840" algn="l" defTabSz="914400">
              <a:lnSpc>
                <a:spcPct val="100000"/>
              </a:lnSpc>
              <a:spcBef>
                <a:spcPts val="400"/>
              </a:spcBef>
              <a:buClr>
                <a:srgbClr val="1F497D"/>
              </a:buClr>
              <a:buFont typeface="Arial"/>
              <a:buChar char="–"/>
            </a:pPr>
            <a:r>
              <a:rPr lang="es-CO" sz="2000" b="0" u="none" strike="noStrike">
                <a:solidFill>
                  <a:schemeClr val="dk1">
                    <a:lumMod val="50000"/>
                    <a:lumOff val="50000"/>
                  </a:schemeClr>
                </a:solidFill>
                <a:effectLst/>
                <a:uFillTx/>
                <a:latin typeface="Calibri"/>
              </a:rPr>
              <a:t>Conociendo a los usuarios</a:t>
            </a:r>
            <a:endParaRPr lang="es-CO" sz="2000" b="0" u="none" strike="noStrike">
              <a:solidFill>
                <a:schemeClr val="dk1">
                  <a:lumMod val="50000"/>
                  <a:lumOff val="50000"/>
                </a:schemeClr>
              </a:solidFill>
              <a:effectLst/>
              <a:uFillTx/>
              <a:latin typeface="Calibri"/>
            </a:endParaRPr>
          </a:p>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Errores en la atención en salud</a:t>
            </a:r>
            <a:endParaRPr lang="es-CO" sz="3600" b="1" u="none" strike="noStrike">
              <a:solidFill>
                <a:schemeClr val="dk2"/>
              </a:solidFill>
              <a:effectLst/>
              <a:uFillTx/>
              <a:latin typeface="Calibri"/>
            </a:endParaRPr>
          </a:p>
        </p:txBody>
      </p:sp>
      <p:pic>
        <p:nvPicPr>
          <p:cNvPr id="72" name="Picture 2" descr="https://www.nap.edu/cover/9728/450"/>
          <p:cNvPicPr/>
          <p:nvPr/>
        </p:nvPicPr>
        <p:blipFill>
          <a:blip r:embed="rId1"/>
          <a:stretch/>
        </p:blipFill>
        <p:spPr>
          <a:xfrm>
            <a:off x="628560" y="1484640"/>
            <a:ext cx="2997000" cy="4495680"/>
          </a:xfrm>
          <a:prstGeom prst="rect">
            <a:avLst/>
          </a:prstGeom>
          <a:noFill/>
          <a:ln w="0">
            <a:noFill/>
          </a:ln>
        </p:spPr>
      </p:pic>
      <p:pic>
        <p:nvPicPr>
          <p:cNvPr id="73" name="Imagen 3"/>
          <p:cNvPicPr/>
          <p:nvPr/>
        </p:nvPicPr>
        <p:blipFill>
          <a:blip r:embed="rId2"/>
          <a:stretch/>
        </p:blipFill>
        <p:spPr>
          <a:xfrm>
            <a:off x="4147920" y="1579320"/>
            <a:ext cx="4677480" cy="44010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Imagen 4"/>
          <p:cNvPicPr/>
          <p:nvPr/>
        </p:nvPicPr>
        <p:blipFill>
          <a:blip r:embed="rId1"/>
          <a:stretch/>
        </p:blipFill>
        <p:spPr>
          <a:xfrm>
            <a:off x="179640" y="1340640"/>
            <a:ext cx="8747640" cy="45169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Picture 2" descr="http://media3.s-nbcnews.com/j/newscms/2016_18/1524261/errors_fd53fca207ac4622017a0b55e1dcb951.nbcnews-ux-2880-1000.png"/>
          <p:cNvPicPr/>
          <p:nvPr/>
        </p:nvPicPr>
        <p:blipFill>
          <a:blip r:embed="rId1"/>
          <a:stretch/>
        </p:blipFill>
        <p:spPr>
          <a:xfrm>
            <a:off x="4000680" y="146160"/>
            <a:ext cx="5121000" cy="6515280"/>
          </a:xfrm>
          <a:prstGeom prst="rect">
            <a:avLst/>
          </a:prstGeom>
          <a:noFill/>
          <a:ln w="0">
            <a:noFill/>
          </a:ln>
        </p:spPr>
      </p:pic>
      <p:pic>
        <p:nvPicPr>
          <p:cNvPr id="76" name="Picture 4" descr="http://www.geocities.ws/s7ss/images/accidentaldeaths.jpg"/>
          <p:cNvPicPr/>
          <p:nvPr/>
        </p:nvPicPr>
        <p:blipFill>
          <a:blip r:embed="rId2"/>
          <a:stretch/>
        </p:blipFill>
        <p:spPr>
          <a:xfrm>
            <a:off x="228600" y="1705320"/>
            <a:ext cx="3771720" cy="3104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Imagen 3"/>
          <p:cNvPicPr/>
          <p:nvPr/>
        </p:nvPicPr>
        <p:blipFill>
          <a:blip r:embed="rId1"/>
          <a:stretch/>
        </p:blipFill>
        <p:spPr>
          <a:xfrm>
            <a:off x="134640" y="385920"/>
            <a:ext cx="6887520" cy="6087960"/>
          </a:xfrm>
          <a:prstGeom prst="rect">
            <a:avLst/>
          </a:prstGeom>
          <a:noFill/>
          <a:ln w="0">
            <a:noFill/>
          </a:ln>
        </p:spPr>
      </p:pic>
      <p:sp>
        <p:nvSpPr>
          <p:cNvPr id="78" name="CuadroTexto 4"/>
          <p:cNvSpPr/>
          <p:nvPr/>
        </p:nvSpPr>
        <p:spPr>
          <a:xfrm>
            <a:off x="7022520" y="2379960"/>
            <a:ext cx="1846800" cy="645840"/>
          </a:xfrm>
          <a:prstGeom prst="rect">
            <a:avLst/>
          </a:prstGeom>
          <a:solidFill>
            <a:srgbClr val="FFFFFF"/>
          </a:solidFill>
          <a:ln>
            <a:solidFill>
              <a:srgbClr val="000000"/>
            </a:solidFill>
            <a:round/>
          </a:ln>
        </p:spPr>
        <p:style>
          <a:lnRef idx="2">
            <a:schemeClr val="dk1"/>
          </a:lnRef>
          <a:fillRef idx="1">
            <a:schemeClr val="lt1"/>
          </a:fillRef>
          <a:effectRef idx="0">
            <a:schemeClr val="dk1"/>
          </a:effectRef>
          <a:fontRef idx="minor"/>
        </p:style>
        <p:txBody>
          <a:bodyPr lIns="90000" tIns="45000" rIns="90000" bIns="45000" anchor="t">
            <a:spAutoFit/>
          </a:bodyPr>
          <a:p>
            <a:pPr algn="ctr" defTabSz="914400">
              <a:lnSpc>
                <a:spcPct val="100000"/>
              </a:lnSpc>
            </a:pPr>
            <a:r>
              <a:rPr lang="es-CO" sz="1800" b="0" u="none" strike="noStrike">
                <a:solidFill>
                  <a:schemeClr val="dk1"/>
                </a:solidFill>
                <a:effectLst/>
                <a:uFillTx/>
                <a:latin typeface="Calibri"/>
              </a:rPr>
              <a:t>To Err is Human</a:t>
            </a:r>
            <a:endParaRPr lang="es-CO" sz="1800" b="0" u="none" strike="noStrike">
              <a:solidFill>
                <a:srgbClr val="000000"/>
              </a:solidFill>
              <a:effectLst/>
              <a:uFillTx/>
              <a:latin typeface="Arial"/>
            </a:endParaRPr>
          </a:p>
          <a:p>
            <a:pPr algn="ctr" defTabSz="914400">
              <a:lnSpc>
                <a:spcPct val="100000"/>
              </a:lnSpc>
            </a:pPr>
            <a:r>
              <a:rPr lang="es-CO" sz="1800" b="0" u="none" strike="noStrike">
                <a:solidFill>
                  <a:schemeClr val="dk1"/>
                </a:solidFill>
                <a:effectLst/>
                <a:uFillTx/>
                <a:latin typeface="Calibri"/>
              </a:rPr>
              <a:t>(1999)</a:t>
            </a:r>
            <a:endParaRPr lang="es-CO" sz="1800" b="0" u="none" strike="noStrike">
              <a:solidFill>
                <a:srgbClr val="000000"/>
              </a:solidFill>
              <a:effectLst/>
              <a:uFillTx/>
              <a:latin typeface="Arial"/>
            </a:endParaRPr>
          </a:p>
        </p:txBody>
      </p:sp>
      <p:cxnSp>
        <p:nvCxnSpPr>
          <p:cNvPr id="79" name="Conector recto de flecha 6"/>
          <p:cNvCxnSpPr>
            <a:endCxn id="78" idx="1"/>
          </p:cNvCxnSpPr>
          <p:nvPr/>
        </p:nvCxnSpPr>
        <p:spPr>
          <a:xfrm flipV="1">
            <a:off x="5632560" y="2702880"/>
            <a:ext cx="1390320" cy="369720"/>
          </a:xfrm>
          <a:prstGeom prst="straightConnector1">
            <a:avLst/>
          </a:prstGeom>
          <a:ln>
            <a:solidFill>
              <a:srgbClr val="000000"/>
            </a:solidFill>
            <a:round/>
            <a:tailEnd len="med" type="triangle" w="med"/>
          </a:ln>
        </p:spPr>
      </p:cxnSp>
      <p:sp>
        <p:nvSpPr>
          <p:cNvPr id="80" name="CuadroTexto 7"/>
          <p:cNvSpPr/>
          <p:nvPr/>
        </p:nvSpPr>
        <p:spPr>
          <a:xfrm>
            <a:off x="7022520" y="3349440"/>
            <a:ext cx="1846800" cy="1477080"/>
          </a:xfrm>
          <a:prstGeom prst="rect">
            <a:avLst/>
          </a:prstGeom>
          <a:solidFill>
            <a:srgbClr val="FFFFFF"/>
          </a:solidFill>
          <a:ln>
            <a:solidFill>
              <a:srgbClr val="000000"/>
            </a:solidFill>
            <a:round/>
          </a:ln>
        </p:spPr>
        <p:style>
          <a:lnRef idx="2">
            <a:schemeClr val="dk1"/>
          </a:lnRef>
          <a:fillRef idx="1">
            <a:schemeClr val="lt1"/>
          </a:fillRef>
          <a:effectRef idx="0">
            <a:schemeClr val="dk1"/>
          </a:effectRef>
          <a:fontRef idx="minor"/>
        </p:style>
        <p:txBody>
          <a:bodyPr lIns="90000" tIns="45000" rIns="90000" bIns="45000" anchor="t">
            <a:spAutoFit/>
          </a:bodyPr>
          <a:p>
            <a:pPr algn="ctr" defTabSz="914400">
              <a:lnSpc>
                <a:spcPct val="100000"/>
              </a:lnSpc>
            </a:pPr>
            <a:r>
              <a:rPr lang="en-US" sz="1800" b="0" u="none" strike="noStrike">
                <a:solidFill>
                  <a:schemeClr val="dk1"/>
                </a:solidFill>
                <a:effectLst/>
                <a:uFillTx/>
                <a:latin typeface="Calibri"/>
              </a:rPr>
              <a:t>The Nature of Adverse Events in Hospitalized Patients</a:t>
            </a:r>
            <a:endParaRPr lang="es-CO" sz="1800" b="0" u="none" strike="noStrike">
              <a:solidFill>
                <a:srgbClr val="000000"/>
              </a:solidFill>
              <a:effectLst/>
              <a:uFillTx/>
              <a:latin typeface="Arial"/>
            </a:endParaRPr>
          </a:p>
          <a:p>
            <a:pPr algn="ctr" defTabSz="914400">
              <a:lnSpc>
                <a:spcPct val="100000"/>
              </a:lnSpc>
            </a:pPr>
            <a:r>
              <a:rPr lang="es-CO" sz="1800" b="0" u="none" strike="noStrike">
                <a:solidFill>
                  <a:schemeClr val="dk1"/>
                </a:solidFill>
                <a:effectLst/>
                <a:uFillTx/>
                <a:latin typeface="Calibri"/>
              </a:rPr>
              <a:t>(1991)</a:t>
            </a:r>
            <a:endParaRPr lang="es-CO" sz="1800" b="0" u="none" strike="noStrike">
              <a:solidFill>
                <a:srgbClr val="000000"/>
              </a:solidFill>
              <a:effectLst/>
              <a:uFillTx/>
              <a:latin typeface="Arial"/>
            </a:endParaRPr>
          </a:p>
        </p:txBody>
      </p:sp>
      <p:cxnSp>
        <p:nvCxnSpPr>
          <p:cNvPr id="81" name="Conector recto de flecha 8"/>
          <p:cNvCxnSpPr>
            <a:endCxn id="80" idx="1"/>
          </p:cNvCxnSpPr>
          <p:nvPr/>
        </p:nvCxnSpPr>
        <p:spPr>
          <a:xfrm>
            <a:off x="4809600" y="3584160"/>
            <a:ext cx="2213280" cy="504360"/>
          </a:xfrm>
          <a:prstGeom prst="straightConnector1">
            <a:avLst/>
          </a:prstGeom>
          <a:ln>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buNone/>
            </a:pPr>
            <a:endParaRPr lang="es-CO" sz="3600" b="1" u="none" strike="noStrike">
              <a:solidFill>
                <a:schemeClr val="dk2"/>
              </a:solidFill>
              <a:effectLst/>
              <a:uFillTx/>
              <a:latin typeface="Calibri"/>
            </a:endParaRPr>
          </a:p>
        </p:txBody>
      </p:sp>
      <p:sp>
        <p:nvSpPr>
          <p:cNvPr id="83"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p>
            <a:pPr indent="0" algn="l" defTabSz="914400">
              <a:spcBef>
                <a:spcPts val="439"/>
              </a:spcBef>
              <a:buNone/>
            </a:pPr>
            <a:endParaRPr lang="es-CO" sz="2200" b="0" u="none" strike="noStrike">
              <a:solidFill>
                <a:schemeClr val="dk1">
                  <a:lumMod val="50000"/>
                  <a:lumOff val="50000"/>
                </a:schemeClr>
              </a:solidFill>
              <a:effectLst/>
              <a:uFillTx/>
              <a:latin typeface="Calibri"/>
            </a:endParaRPr>
          </a:p>
        </p:txBody>
      </p:sp>
      <p:pic>
        <p:nvPicPr>
          <p:cNvPr id="84" name="Picture 2" descr="http://annals.org/data/Journals/AIM/20088/12FF1.jpeg"/>
          <p:cNvPicPr/>
          <p:nvPr/>
        </p:nvPicPr>
        <p:blipFill>
          <a:blip r:embed="rId1"/>
          <a:stretch/>
        </p:blipFill>
        <p:spPr>
          <a:xfrm>
            <a:off x="0" y="0"/>
            <a:ext cx="9153000" cy="6857640"/>
          </a:xfrm>
          <a:prstGeom prst="rect">
            <a:avLst/>
          </a:prstGeom>
          <a:noFill/>
          <a:ln w="0">
            <a:noFill/>
          </a:ln>
        </p:spPr>
      </p:pic>
      <p:sp>
        <p:nvSpPr>
          <p:cNvPr id="85" name="Rectángulo 5"/>
          <p:cNvSpPr/>
          <p:nvPr/>
        </p:nvSpPr>
        <p:spPr>
          <a:xfrm>
            <a:off x="2921040" y="3594240"/>
            <a:ext cx="1752120" cy="304560"/>
          </a:xfrm>
          <a:prstGeom prst="rect">
            <a:avLst/>
          </a:prstGeom>
          <a:solidFill>
            <a:srgbClr val="FF0000">
              <a:alpha val="38000"/>
            </a:srgbClr>
          </a:solidFill>
          <a:ln>
            <a:solidFill>
              <a:srgbClr val="5E4977"/>
            </a:solidFill>
            <a:round/>
          </a:ln>
        </p:spPr>
        <p:style>
          <a:lnRef idx="2">
            <a:schemeClr val="accent4">
              <a:shade val="50000"/>
            </a:schemeClr>
          </a:lnRef>
          <a:fillRef idx="1">
            <a:schemeClr val="accent4"/>
          </a:fillRef>
          <a:effectRef idx="0">
            <a:schemeClr val="accent4"/>
          </a:effectRef>
          <a:fontRef idx="minor"/>
        </p:style>
        <p:txBody>
          <a:bodyPr lIns="90000" tIns="45000" rIns="90000" bIns="45000" anchor="ctr">
            <a:noAutofit/>
          </a:bodyPr>
          <a:p>
            <a:pPr/>
            <a:endParaRPr lang="es-CO"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p:nvPr>
        </p:nvSpPr>
        <p:spPr>
          <a:xfrm>
            <a:off x="347760" y="1949400"/>
            <a:ext cx="8181000" cy="433116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Pobre diseño y uso de la HCE lleva a errores y disminuye la calidad de la atención.</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No existe un esquema regulatorio de monitoreo de la seguridad de un sistema de HCE</a:t>
            </a:r>
            <a:endParaRPr lang="es-CO" sz="22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–Desarrollado a partir de errores o especificaciones incompletas</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–Dependiente de plataformas poco confiables</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–Tener problemas en su programación</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–Bien diseñado para unas organizaciones, pero fallando en otras</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–Cambios en los procesos de los clínicos (introducen nuevos potenciales errores)</a:t>
            </a:r>
            <a:endParaRPr lang="es-CO" sz="2000" b="0" u="none" strike="noStrike">
              <a:solidFill>
                <a:schemeClr val="dk1">
                  <a:lumMod val="50000"/>
                  <a:lumOff val="50000"/>
                </a:schemeClr>
              </a:solidFill>
              <a:effectLst/>
              <a:uFillTx/>
              <a:latin typeface="Calibri"/>
            </a:endParaRPr>
          </a:p>
        </p:txBody>
      </p:sp>
      <p:sp>
        <p:nvSpPr>
          <p:cNvPr id="87" name="Rectángulo 1"/>
          <p:cNvSpPr/>
          <p:nvPr/>
        </p:nvSpPr>
        <p:spPr>
          <a:xfrm>
            <a:off x="3305880" y="6406560"/>
            <a:ext cx="5661720" cy="30744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r>
              <a:rPr lang="en-US" sz="1400" b="0" u="none" strike="noStrike">
                <a:solidFill>
                  <a:schemeClr val="dk1"/>
                </a:solidFill>
                <a:effectLst/>
                <a:uFillTx/>
                <a:latin typeface="Calibri"/>
              </a:rPr>
              <a:t>Bowman S. Perspectives in Health Information Management, Fall. 2013</a:t>
            </a:r>
            <a:endParaRPr lang="es-CO" sz="1400" b="0" u="none" strike="noStrike">
              <a:solidFill>
                <a:srgbClr val="000000"/>
              </a:solidFill>
              <a:effectLst/>
              <a:uFillTx/>
              <a:latin typeface="Arial"/>
            </a:endParaRPr>
          </a:p>
        </p:txBody>
      </p:sp>
      <p:pic>
        <p:nvPicPr>
          <p:cNvPr id="88" name="Imagen 4"/>
          <p:cNvPicPr/>
          <p:nvPr/>
        </p:nvPicPr>
        <p:blipFill>
          <a:blip r:embed="rId1"/>
          <a:stretch/>
        </p:blipFill>
        <p:spPr>
          <a:xfrm>
            <a:off x="481320" y="168120"/>
            <a:ext cx="8300160" cy="16552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p:nvPr>
        </p:nvSpPr>
        <p:spPr>
          <a:xfrm>
            <a:off x="347760" y="1949400"/>
            <a:ext cx="8181000" cy="433116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Tipos de riesgos:</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Defectos en el diseño (gran cantidad de datos, con mayor riesgo de confusión, perdida de datos)</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sng" strike="noStrike">
                <a:solidFill>
                  <a:schemeClr val="dk1">
                    <a:lumMod val="50000"/>
                    <a:lumOff val="50000"/>
                  </a:schemeClr>
                </a:solidFill>
                <a:effectLst/>
                <a:uFillTx/>
                <a:latin typeface="Calibri"/>
              </a:rPr>
              <a:t>Poca usabilidad </a:t>
            </a:r>
            <a:r>
              <a:rPr lang="es-ES" sz="2200" b="0" u="none" strike="noStrike">
                <a:solidFill>
                  <a:schemeClr val="dk1">
                    <a:lumMod val="50000"/>
                    <a:lumOff val="50000"/>
                  </a:schemeClr>
                </a:solidFill>
                <a:effectLst/>
                <a:uFillTx/>
                <a:latin typeface="Calibri"/>
              </a:rPr>
              <a:t>y uso inapropiado de los sistemas (Ej: sistema de órdenes médicas)</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Inadecuada captura de documentación (Ej: textos predefinidos)</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Copiar/pegar</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Plantillas con diseño inadecuado</a:t>
            </a:r>
            <a:endParaRPr lang="es-CO" sz="2200" b="0" u="none" strike="noStrike">
              <a:solidFill>
                <a:schemeClr val="dk1">
                  <a:lumMod val="50000"/>
                  <a:lumOff val="50000"/>
                </a:schemeClr>
              </a:solidFill>
              <a:effectLst/>
              <a:uFillTx/>
              <a:latin typeface="Calibri"/>
            </a:endParaRPr>
          </a:p>
        </p:txBody>
      </p:sp>
      <p:sp>
        <p:nvSpPr>
          <p:cNvPr id="90" name="Rectángulo 1"/>
          <p:cNvSpPr/>
          <p:nvPr/>
        </p:nvSpPr>
        <p:spPr>
          <a:xfrm>
            <a:off x="3305880" y="6406560"/>
            <a:ext cx="5661720" cy="30744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r>
              <a:rPr lang="en-US" sz="1400" b="0" u="none" strike="noStrike">
                <a:solidFill>
                  <a:schemeClr val="dk1"/>
                </a:solidFill>
                <a:effectLst/>
                <a:uFillTx/>
                <a:latin typeface="Calibri"/>
              </a:rPr>
              <a:t>Bowman S. Perspectives in Health Information Management, Fall. 2013</a:t>
            </a:r>
            <a:endParaRPr lang="es-CO" sz="1400" b="0" u="none" strike="noStrike">
              <a:solidFill>
                <a:srgbClr val="000000"/>
              </a:solidFill>
              <a:effectLst/>
              <a:uFillTx/>
              <a:latin typeface="Arial"/>
            </a:endParaRPr>
          </a:p>
        </p:txBody>
      </p:sp>
      <p:pic>
        <p:nvPicPr>
          <p:cNvPr id="91" name="Imagen 4"/>
          <p:cNvPicPr/>
          <p:nvPr/>
        </p:nvPicPr>
        <p:blipFill>
          <a:blip r:embed="rId1"/>
          <a:stretch/>
        </p:blipFill>
        <p:spPr>
          <a:xfrm>
            <a:off x="481320" y="168120"/>
            <a:ext cx="8300160" cy="16552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Imagen 1"/>
          <p:cNvPicPr/>
          <p:nvPr/>
        </p:nvPicPr>
        <p:blipFill>
          <a:blip r:embed="rId1"/>
          <a:stretch/>
        </p:blipFill>
        <p:spPr>
          <a:xfrm>
            <a:off x="467640" y="188640"/>
            <a:ext cx="8208720" cy="62154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n-US" sz="3600" b="1" u="none" strike="noStrike">
                <a:solidFill>
                  <a:schemeClr val="dk2"/>
                </a:solidFill>
                <a:effectLst/>
                <a:uFillTx/>
                <a:latin typeface="Calibri"/>
              </a:rPr>
              <a:t>Tecnoviligancia</a:t>
            </a:r>
            <a:endParaRPr lang="es-CO" sz="3600" b="1" u="none" strike="noStrike">
              <a:solidFill>
                <a:schemeClr val="dk2"/>
              </a:solidFill>
              <a:effectLst/>
              <a:uFillTx/>
              <a:latin typeface="Calibri"/>
            </a:endParaRPr>
          </a:p>
        </p:txBody>
      </p:sp>
      <p:sp>
        <p:nvSpPr>
          <p:cNvPr id="94"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p>
            <a:pPr indent="0" algn="just" defTabSz="914400">
              <a:lnSpc>
                <a:spcPct val="100000"/>
              </a:lnSpc>
              <a:spcBef>
                <a:spcPts val="439"/>
              </a:spcBef>
              <a:buNone/>
              <a:tabLst>
                <a:tab pos="0" algn="l"/>
              </a:tabLst>
            </a:pPr>
            <a:r>
              <a:rPr lang="es-CO" sz="2200" b="0" u="none" strike="noStrike">
                <a:solidFill>
                  <a:schemeClr val="dk1">
                    <a:lumMod val="50000"/>
                    <a:lumOff val="50000"/>
                  </a:schemeClr>
                </a:solidFill>
                <a:effectLst/>
                <a:uFillTx/>
                <a:latin typeface="Calibri"/>
              </a:rPr>
              <a:t>La Tecnovigilancia se puede definir como el conjunto de actividades orientadas a la </a:t>
            </a:r>
            <a:r>
              <a:rPr lang="es-CO" sz="2200" b="1" u="none" strike="noStrike">
                <a:solidFill>
                  <a:schemeClr val="dk1">
                    <a:lumMod val="50000"/>
                    <a:lumOff val="50000"/>
                  </a:schemeClr>
                </a:solidFill>
                <a:effectLst/>
                <a:uFillTx/>
                <a:latin typeface="Calibri"/>
              </a:rPr>
              <a:t>identificación</a:t>
            </a:r>
            <a:r>
              <a:rPr lang="es-CO" sz="2200" b="0" u="none" strike="noStrike">
                <a:solidFill>
                  <a:schemeClr val="dk1">
                    <a:lumMod val="50000"/>
                    <a:lumOff val="50000"/>
                  </a:schemeClr>
                </a:solidFill>
                <a:effectLst/>
                <a:uFillTx/>
                <a:latin typeface="Calibri"/>
              </a:rPr>
              <a:t>, </a:t>
            </a:r>
            <a:r>
              <a:rPr lang="es-CO" sz="2200" b="1" u="none" strike="noStrike">
                <a:solidFill>
                  <a:schemeClr val="dk1">
                    <a:lumMod val="50000"/>
                    <a:lumOff val="50000"/>
                  </a:schemeClr>
                </a:solidFill>
                <a:effectLst/>
                <a:uFillTx/>
                <a:latin typeface="Calibri"/>
              </a:rPr>
              <a:t>evaluación</a:t>
            </a:r>
            <a:r>
              <a:rPr lang="es-CO" sz="2200" b="0" u="none" strike="noStrike">
                <a:solidFill>
                  <a:schemeClr val="dk1">
                    <a:lumMod val="50000"/>
                    <a:lumOff val="50000"/>
                  </a:schemeClr>
                </a:solidFill>
                <a:effectLst/>
                <a:uFillTx/>
                <a:latin typeface="Calibri"/>
              </a:rPr>
              <a:t>, </a:t>
            </a:r>
            <a:r>
              <a:rPr lang="es-CO" sz="2200" b="1" u="none" strike="noStrike">
                <a:solidFill>
                  <a:schemeClr val="dk1">
                    <a:lumMod val="50000"/>
                    <a:lumOff val="50000"/>
                  </a:schemeClr>
                </a:solidFill>
                <a:effectLst/>
                <a:uFillTx/>
                <a:latin typeface="Calibri"/>
              </a:rPr>
              <a:t>gestión</a:t>
            </a:r>
            <a:r>
              <a:rPr lang="es-CO" sz="2200" b="0" u="none" strike="noStrike">
                <a:solidFill>
                  <a:schemeClr val="dk1">
                    <a:lumMod val="50000"/>
                    <a:lumOff val="50000"/>
                  </a:schemeClr>
                </a:solidFill>
                <a:effectLst/>
                <a:uFillTx/>
                <a:latin typeface="Calibri"/>
              </a:rPr>
              <a:t> y </a:t>
            </a:r>
            <a:r>
              <a:rPr lang="es-CO" sz="2200" b="1" u="none" strike="noStrike">
                <a:solidFill>
                  <a:schemeClr val="dk1">
                    <a:lumMod val="50000"/>
                    <a:lumOff val="50000"/>
                  </a:schemeClr>
                </a:solidFill>
                <a:effectLst/>
                <a:uFillTx/>
                <a:latin typeface="Calibri"/>
              </a:rPr>
              <a:t>divulgación</a:t>
            </a:r>
            <a:r>
              <a:rPr lang="es-CO" sz="2200" b="0" u="none" strike="noStrike">
                <a:solidFill>
                  <a:schemeClr val="dk1">
                    <a:lumMod val="50000"/>
                    <a:lumOff val="50000"/>
                  </a:schemeClr>
                </a:solidFill>
                <a:effectLst/>
                <a:uFillTx/>
                <a:latin typeface="Calibri"/>
              </a:rPr>
              <a:t> oportuna de la información relacionada con los </a:t>
            </a:r>
            <a:r>
              <a:rPr lang="es-CO" sz="2200" b="1" u="none" strike="noStrike">
                <a:solidFill>
                  <a:schemeClr val="dk1">
                    <a:lumMod val="50000"/>
                    <a:lumOff val="50000"/>
                  </a:schemeClr>
                </a:solidFill>
                <a:effectLst/>
                <a:uFillTx/>
                <a:latin typeface="Calibri"/>
              </a:rPr>
              <a:t>incidentes adversos</a:t>
            </a:r>
            <a:r>
              <a:rPr lang="es-CO" sz="2200" b="0" u="none" strike="noStrike">
                <a:solidFill>
                  <a:schemeClr val="dk1">
                    <a:lumMod val="50000"/>
                    <a:lumOff val="50000"/>
                  </a:schemeClr>
                </a:solidFill>
                <a:effectLst/>
                <a:uFillTx/>
                <a:latin typeface="Calibri"/>
              </a:rPr>
              <a:t>, problemas de seguridad o </a:t>
            </a:r>
            <a:r>
              <a:rPr lang="es-CO" sz="2200" b="1" u="none" strike="noStrike">
                <a:solidFill>
                  <a:schemeClr val="dk1">
                    <a:lumMod val="50000"/>
                    <a:lumOff val="50000"/>
                  </a:schemeClr>
                </a:solidFill>
                <a:effectLst/>
                <a:uFillTx/>
                <a:latin typeface="Calibri"/>
              </a:rPr>
              <a:t>efectos adversos</a:t>
            </a:r>
            <a:r>
              <a:rPr lang="es-CO" sz="2200" b="0" u="none" strike="noStrike">
                <a:solidFill>
                  <a:schemeClr val="dk1">
                    <a:lumMod val="50000"/>
                    <a:lumOff val="50000"/>
                  </a:schemeClr>
                </a:solidFill>
                <a:effectLst/>
                <a:uFillTx/>
                <a:latin typeface="Calibri"/>
              </a:rPr>
              <a:t> que presente estas tecnologías durante su uso, a fin de tomar mediadas eficientes que permitan proteger la salud de una población determinada.</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Picture 2" descr="http://web.invima.gov.co/portal/faces/documents/portal/images/root/objetivos_clip_image002.gif"/>
          <p:cNvPicPr/>
          <p:nvPr/>
        </p:nvPicPr>
        <p:blipFill>
          <a:blip r:embed="rId1"/>
          <a:stretch/>
        </p:blipFill>
        <p:spPr>
          <a:xfrm>
            <a:off x="755640" y="1196640"/>
            <a:ext cx="7593480" cy="47178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Definiciones</a:t>
            </a:r>
            <a:endParaRPr lang="es-CO" sz="3600" b="1" u="none" strike="noStrike">
              <a:solidFill>
                <a:schemeClr val="dk2"/>
              </a:solidFill>
              <a:effectLst/>
              <a:uFillTx/>
              <a:latin typeface="Calibri"/>
            </a:endParaRPr>
          </a:p>
        </p:txBody>
      </p:sp>
      <p:sp>
        <p:nvSpPr>
          <p:cNvPr id="97"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a:bodyPr>
          <a:p>
            <a:pPr indent="0" algn="l" defTabSz="914400">
              <a:lnSpc>
                <a:spcPct val="100000"/>
              </a:lnSpc>
              <a:spcBef>
                <a:spcPts val="439"/>
              </a:spcBef>
              <a:buNone/>
              <a:tabLst>
                <a:tab pos="0" algn="l"/>
              </a:tabLst>
            </a:pPr>
            <a:r>
              <a:rPr lang="es-CO" sz="2200" b="1" u="none" strike="noStrike">
                <a:solidFill>
                  <a:schemeClr val="dk1">
                    <a:lumMod val="50000"/>
                    <a:lumOff val="50000"/>
                  </a:schemeClr>
                </a:solidFill>
                <a:effectLst/>
                <a:uFillTx/>
                <a:latin typeface="Calibri"/>
              </a:rPr>
              <a:t>Evento adverso serio:</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0" u="none" strike="noStrike">
                <a:solidFill>
                  <a:schemeClr val="dk1">
                    <a:lumMod val="50000"/>
                    <a:lumOff val="50000"/>
                  </a:schemeClr>
                </a:solidFill>
                <a:effectLst/>
                <a:uFillTx/>
                <a:latin typeface="Calibri"/>
              </a:rPr>
              <a:t>	</a:t>
            </a:r>
            <a:r>
              <a:rPr lang="es-CO" sz="2200" b="0" u="none" strike="noStrike">
                <a:solidFill>
                  <a:schemeClr val="dk1">
                    <a:lumMod val="50000"/>
                    <a:lumOff val="50000"/>
                  </a:schemeClr>
                </a:solidFill>
                <a:effectLst/>
                <a:uFillTx/>
                <a:latin typeface="Calibri"/>
              </a:rPr>
              <a:t>- Daño con consecuencias a la salud</a:t>
            </a:r>
            <a:r>
              <a:rPr lang="es-CO" sz="2200" b="0" u="none" strike="noStrike">
                <a:solidFill>
                  <a:schemeClr val="dk1">
                    <a:lumMod val="50000"/>
                    <a:lumOff val="50000"/>
                  </a:schemeClr>
                </a:solidFill>
                <a:effectLst/>
                <a:uFillTx/>
                <a:latin typeface="Calibri"/>
              </a:rPr>
              <a:t>	</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1" u="none" strike="noStrike">
                <a:solidFill>
                  <a:schemeClr val="dk1">
                    <a:lumMod val="50000"/>
                    <a:lumOff val="50000"/>
                  </a:schemeClr>
                </a:solidFill>
                <a:effectLst/>
                <a:uFillTx/>
                <a:latin typeface="Calibri"/>
              </a:rPr>
              <a:t>Evento adverso no serio:</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0" u="none" strike="noStrike">
                <a:solidFill>
                  <a:schemeClr val="dk1">
                    <a:lumMod val="50000"/>
                    <a:lumOff val="50000"/>
                  </a:schemeClr>
                </a:solidFill>
                <a:effectLst/>
                <a:uFillTx/>
                <a:latin typeface="Calibri"/>
              </a:rPr>
              <a:t>	</a:t>
            </a:r>
            <a:r>
              <a:rPr lang="es-CO" sz="2200" b="0" u="none" strike="noStrike">
                <a:solidFill>
                  <a:schemeClr val="dk1">
                    <a:lumMod val="50000"/>
                    <a:lumOff val="50000"/>
                  </a:schemeClr>
                </a:solidFill>
                <a:effectLst/>
                <a:uFillTx/>
                <a:latin typeface="Calibri"/>
              </a:rPr>
              <a:t>- Daño sin consecuencias</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1" u="none" strike="noStrike">
                <a:solidFill>
                  <a:schemeClr val="dk1">
                    <a:lumMod val="50000"/>
                    <a:lumOff val="50000"/>
                  </a:schemeClr>
                </a:solidFill>
                <a:effectLst/>
                <a:uFillTx/>
                <a:latin typeface="Calibri"/>
              </a:rPr>
              <a:t>Incidente adverso serio:</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0" u="none" strike="noStrike">
                <a:solidFill>
                  <a:schemeClr val="dk1">
                    <a:lumMod val="50000"/>
                    <a:lumOff val="50000"/>
                  </a:schemeClr>
                </a:solidFill>
                <a:effectLst/>
                <a:uFillTx/>
                <a:latin typeface="Calibri"/>
              </a:rPr>
              <a:t>	</a:t>
            </a:r>
            <a:r>
              <a:rPr lang="es-CO" sz="2200" b="0" u="none" strike="noStrike">
                <a:solidFill>
                  <a:schemeClr val="dk1">
                    <a:lumMod val="50000"/>
                    <a:lumOff val="50000"/>
                  </a:schemeClr>
                </a:solidFill>
                <a:effectLst/>
                <a:uFillTx/>
                <a:latin typeface="Calibri"/>
              </a:rPr>
              <a:t>- Potencial de Daño a la salud</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1" u="none" strike="noStrike">
                <a:solidFill>
                  <a:schemeClr val="dk1">
                    <a:lumMod val="50000"/>
                    <a:lumOff val="50000"/>
                  </a:schemeClr>
                </a:solidFill>
                <a:effectLst/>
                <a:uFillTx/>
                <a:latin typeface="Calibri"/>
              </a:rPr>
              <a:t>Incidente advero no serio:</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r>
              <a:rPr lang="es-CO" sz="2200" b="0" u="none" strike="noStrike">
                <a:solidFill>
                  <a:schemeClr val="dk1">
                    <a:lumMod val="50000"/>
                    <a:lumOff val="50000"/>
                  </a:schemeClr>
                </a:solidFill>
                <a:effectLst/>
                <a:uFillTx/>
                <a:latin typeface="Calibri"/>
              </a:rPr>
              <a:t>	</a:t>
            </a:r>
            <a:r>
              <a:rPr lang="es-CO" sz="2200" b="0" u="none" strike="noStrike">
                <a:solidFill>
                  <a:schemeClr val="dk1">
                    <a:lumMod val="50000"/>
                    <a:lumOff val="50000"/>
                  </a:schemeClr>
                </a:solidFill>
                <a:effectLst/>
                <a:uFillTx/>
                <a:latin typeface="Calibri"/>
              </a:rPr>
              <a:t>- Potencial de daño diferente a la salud</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¿Por qué el error es tan frecuente?</a:t>
            </a:r>
            <a:endParaRPr lang="es-CO" sz="3600" b="1" u="none" strike="noStrike">
              <a:solidFill>
                <a:schemeClr val="dk2"/>
              </a:solidFill>
              <a:effectLst/>
              <a:uFillTx/>
              <a:latin typeface="Calibri"/>
            </a:endParaRPr>
          </a:p>
        </p:txBody>
      </p:sp>
      <p:sp>
        <p:nvSpPr>
          <p:cNvPr id="99"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a:bodyPr>
          <a:p>
            <a:pPr marL="343080" indent="-343080" algn="l" defTabSz="914400">
              <a:lnSpc>
                <a:spcPct val="100000"/>
              </a:lnSpc>
              <a:spcBef>
                <a:spcPts val="479"/>
              </a:spcBef>
              <a:buClr>
                <a:srgbClr val="1F497D"/>
              </a:buClr>
              <a:buFont typeface="Arial"/>
              <a:buChar char="•"/>
            </a:pPr>
            <a:r>
              <a:rPr lang="es-CO" sz="2400" b="0" u="none" strike="noStrike">
                <a:solidFill>
                  <a:schemeClr val="dk1">
                    <a:lumMod val="50000"/>
                    <a:lumOff val="50000"/>
                  </a:schemeClr>
                </a:solidFill>
                <a:effectLst/>
                <a:uFillTx/>
                <a:latin typeface="Calibri"/>
              </a:rPr>
              <a:t>Para muchos médicos y enfermeras el error solo le sucede a los incompetentes</a:t>
            </a: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CO" sz="2400" b="0" u="none" strike="noStrike">
                <a:solidFill>
                  <a:schemeClr val="dk1">
                    <a:lumMod val="50000"/>
                    <a:lumOff val="50000"/>
                  </a:schemeClr>
                </a:solidFill>
                <a:effectLst/>
                <a:uFillTx/>
                <a:latin typeface="Calibri"/>
              </a:rPr>
              <a:t>El error es mal visto y se vive como un fracaso</a:t>
            </a: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CO" sz="2400" b="0" u="none" strike="noStrike">
                <a:solidFill>
                  <a:schemeClr val="dk1">
                    <a:lumMod val="50000"/>
                    <a:lumOff val="50000"/>
                  </a:schemeClr>
                </a:solidFill>
                <a:effectLst/>
                <a:uFillTx/>
                <a:latin typeface="Calibri"/>
              </a:rPr>
              <a:t>Se esperan medidas punitivas y/o ser señalados como irresponsables</a:t>
            </a: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CO" sz="2400" b="0" u="none" strike="noStrike">
                <a:solidFill>
                  <a:schemeClr val="dk1">
                    <a:lumMod val="50000"/>
                    <a:lumOff val="50000"/>
                  </a:schemeClr>
                </a:solidFill>
                <a:effectLst/>
                <a:uFillTx/>
                <a:latin typeface="Calibri"/>
              </a:rPr>
              <a:t>No se supone que haya comprensión y apoyo </a:t>
            </a: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CO" sz="2400" b="0" u="none" strike="noStrike">
                <a:solidFill>
                  <a:schemeClr val="dk1">
                    <a:lumMod val="50000"/>
                    <a:lumOff val="50000"/>
                  </a:schemeClr>
                </a:solidFill>
                <a:effectLst/>
                <a:uFillTx/>
                <a:latin typeface="Calibri"/>
              </a:rPr>
              <a:t>En medicina se refuerza la “infalibilidad”. Esto lleva a ocultar el error en vez de admitirlo</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TOP 10 RIESGOS EN TECNOLOGÍA BIOMÉDICA PARA EL 2017</a:t>
            </a:r>
            <a:endParaRPr lang="es-CO" sz="3600" b="1" u="none" strike="noStrike">
              <a:solidFill>
                <a:schemeClr val="dk2"/>
              </a:solidFill>
              <a:effectLst/>
              <a:uFillTx/>
              <a:latin typeface="Calibri"/>
            </a:endParaRPr>
          </a:p>
        </p:txBody>
      </p:sp>
      <p:sp>
        <p:nvSpPr>
          <p:cNvPr id="101"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p>
            <a:pPr indent="0" algn="l" defTabSz="914400">
              <a:lnSpc>
                <a:spcPct val="100000"/>
              </a:lnSpc>
              <a:spcBef>
                <a:spcPts val="439"/>
              </a:spcBef>
              <a:buNone/>
              <a:tabLst>
                <a:tab pos="0" algn="l"/>
              </a:tabLst>
            </a:pPr>
            <a:r>
              <a:rPr lang="es-CO" sz="2200" b="1" u="none" strike="noStrike">
                <a:solidFill>
                  <a:schemeClr val="dk1">
                    <a:lumMod val="50000"/>
                    <a:lumOff val="50000"/>
                  </a:schemeClr>
                </a:solidFill>
                <a:effectLst/>
                <a:uFillTx/>
                <a:latin typeface="Calibri"/>
              </a:rPr>
              <a:t>COMO SE SELECCIONÓ</a:t>
            </a:r>
            <a:endParaRPr lang="es-CO" sz="2200" b="0" u="none" strike="noStrike">
              <a:solidFill>
                <a:schemeClr val="dk1">
                  <a:lumMod val="50000"/>
                  <a:lumOff val="50000"/>
                </a:schemeClr>
              </a:solidFill>
              <a:effectLst/>
              <a:uFillTx/>
              <a:latin typeface="Calibri"/>
            </a:endParaRPr>
          </a:p>
          <a:p>
            <a:pPr marL="743040" lvl="1" indent="-285840" algn="just" defTabSz="914400">
              <a:lnSpc>
                <a:spcPct val="100000"/>
              </a:lnSpc>
              <a:spcBef>
                <a:spcPts val="400"/>
              </a:spcBef>
              <a:buClr>
                <a:srgbClr val="1F497D"/>
              </a:buClr>
              <a:buFont typeface="Arial"/>
              <a:buChar char="–"/>
              <a:tabLst>
                <a:tab pos="0" algn="l"/>
              </a:tabLst>
            </a:pPr>
            <a:r>
              <a:rPr lang="es-CO" sz="2000" b="0" u="none" strike="noStrike">
                <a:solidFill>
                  <a:schemeClr val="dk1">
                    <a:lumMod val="50000"/>
                    <a:lumOff val="50000"/>
                  </a:schemeClr>
                </a:solidFill>
                <a:effectLst/>
                <a:uFillTx/>
                <a:latin typeface="Calibri"/>
              </a:rPr>
              <a:t>Investigación de Incidentes</a:t>
            </a:r>
            <a:endParaRPr lang="es-CO" sz="2000" b="0" u="none" strike="noStrike">
              <a:solidFill>
                <a:schemeClr val="dk1">
                  <a:lumMod val="50000"/>
                  <a:lumOff val="50000"/>
                </a:schemeClr>
              </a:solidFill>
              <a:effectLst/>
              <a:uFillTx/>
              <a:latin typeface="Calibri"/>
            </a:endParaRPr>
          </a:p>
          <a:p>
            <a:pPr marL="743040" lvl="1" indent="-285840" algn="just" defTabSz="914400">
              <a:lnSpc>
                <a:spcPct val="100000"/>
              </a:lnSpc>
              <a:spcBef>
                <a:spcPts val="400"/>
              </a:spcBef>
              <a:buClr>
                <a:srgbClr val="1F497D"/>
              </a:buClr>
              <a:buFont typeface="Arial"/>
              <a:buChar char="–"/>
              <a:tabLst>
                <a:tab pos="0" algn="l"/>
              </a:tabLst>
            </a:pPr>
            <a:r>
              <a:rPr lang="es-CO" sz="2000" b="0" u="none" strike="noStrike">
                <a:solidFill>
                  <a:schemeClr val="dk1">
                    <a:lumMod val="50000"/>
                    <a:lumOff val="50000"/>
                  </a:schemeClr>
                </a:solidFill>
                <a:effectLst/>
                <a:uFillTx/>
                <a:latin typeface="Calibri"/>
              </a:rPr>
              <a:t>Prueba de dispositivos médicos</a:t>
            </a:r>
            <a:endParaRPr lang="es-CO" sz="2000" b="0" u="none" strike="noStrike">
              <a:solidFill>
                <a:schemeClr val="dk1">
                  <a:lumMod val="50000"/>
                  <a:lumOff val="50000"/>
                </a:schemeClr>
              </a:solidFill>
              <a:effectLst/>
              <a:uFillTx/>
              <a:latin typeface="Calibri"/>
            </a:endParaRPr>
          </a:p>
          <a:p>
            <a:pPr marL="743040" lvl="1" indent="-285840" algn="just" defTabSz="914400">
              <a:lnSpc>
                <a:spcPct val="100000"/>
              </a:lnSpc>
              <a:spcBef>
                <a:spcPts val="400"/>
              </a:spcBef>
              <a:buClr>
                <a:srgbClr val="1F497D"/>
              </a:buClr>
              <a:buFont typeface="Arial"/>
              <a:buChar char="–"/>
              <a:tabLst>
                <a:tab pos="0" algn="l"/>
              </a:tabLst>
            </a:pPr>
            <a:r>
              <a:rPr lang="es-CO" sz="2000" b="0" u="none" strike="noStrike">
                <a:solidFill>
                  <a:schemeClr val="dk1">
                    <a:lumMod val="50000"/>
                    <a:lumOff val="50000"/>
                  </a:schemeClr>
                </a:solidFill>
                <a:effectLst/>
                <a:uFillTx/>
                <a:latin typeface="Calibri"/>
              </a:rPr>
              <a:t>Observación y evaluación de hospitales</a:t>
            </a:r>
            <a:endParaRPr lang="es-CO" sz="2000" b="0" u="none" strike="noStrike">
              <a:solidFill>
                <a:schemeClr val="dk1">
                  <a:lumMod val="50000"/>
                  <a:lumOff val="50000"/>
                </a:schemeClr>
              </a:solidFill>
              <a:effectLst/>
              <a:uFillTx/>
              <a:latin typeface="Calibri"/>
            </a:endParaRPr>
          </a:p>
          <a:p>
            <a:pPr marL="743040" lvl="1" indent="-285840" algn="just" defTabSz="914400">
              <a:lnSpc>
                <a:spcPct val="100000"/>
              </a:lnSpc>
              <a:spcBef>
                <a:spcPts val="400"/>
              </a:spcBef>
              <a:buClr>
                <a:srgbClr val="1F497D"/>
              </a:buClr>
              <a:buFont typeface="Arial"/>
              <a:buChar char="–"/>
              <a:tabLst>
                <a:tab pos="0" algn="l"/>
              </a:tabLst>
            </a:pPr>
            <a:r>
              <a:rPr lang="es-CO" sz="2000" b="0" u="none" strike="noStrike">
                <a:solidFill>
                  <a:schemeClr val="dk1">
                    <a:lumMod val="50000"/>
                    <a:lumOff val="50000"/>
                  </a:schemeClr>
                </a:solidFill>
                <a:effectLst/>
                <a:uFillTx/>
                <a:latin typeface="Calibri"/>
              </a:rPr>
              <a:t>Revisión de la literatura</a:t>
            </a:r>
            <a:endParaRPr lang="es-CO" sz="2000" b="0" u="none" strike="noStrike">
              <a:solidFill>
                <a:schemeClr val="dk1">
                  <a:lumMod val="50000"/>
                  <a:lumOff val="50000"/>
                </a:schemeClr>
              </a:solidFill>
              <a:effectLst/>
              <a:uFillTx/>
              <a:latin typeface="Calibri"/>
            </a:endParaRPr>
          </a:p>
          <a:p>
            <a:pPr marL="743040" lvl="1" indent="-285840" algn="just" defTabSz="914400">
              <a:lnSpc>
                <a:spcPct val="100000"/>
              </a:lnSpc>
              <a:spcBef>
                <a:spcPts val="400"/>
              </a:spcBef>
              <a:buClr>
                <a:srgbClr val="1F497D"/>
              </a:buClr>
              <a:buFont typeface="Arial"/>
              <a:buChar char="–"/>
              <a:tabLst>
                <a:tab pos="0" algn="l"/>
              </a:tabLst>
            </a:pPr>
            <a:r>
              <a:rPr lang="es-CO" sz="2000" b="0" u="none" strike="noStrike">
                <a:solidFill>
                  <a:schemeClr val="dk1">
                    <a:lumMod val="50000"/>
                    <a:lumOff val="50000"/>
                  </a:schemeClr>
                </a:solidFill>
                <a:effectLst/>
                <a:uFillTx/>
                <a:latin typeface="Calibri"/>
              </a:rPr>
              <a:t>Entrevistas con clínicos, ingenieros clínicos, administradores de tecnología, comités de compras, administradores hospitalarios y proveedores.</a:t>
            </a:r>
            <a:endParaRPr lang="es-CO" sz="2000" b="0" u="none" strike="noStrike">
              <a:solidFill>
                <a:schemeClr val="dk1">
                  <a:lumMod val="50000"/>
                  <a:lumOff val="50000"/>
                </a:schemeClr>
              </a:solidFill>
              <a:effectLst/>
              <a:uFillTx/>
              <a:latin typeface="Calibri"/>
            </a:endParaRPr>
          </a:p>
          <a:p>
            <a:pPr marL="743040" lvl="1" indent="-285840" algn="just" defTabSz="914400">
              <a:lnSpc>
                <a:spcPct val="100000"/>
              </a:lnSpc>
              <a:spcBef>
                <a:spcPts val="400"/>
              </a:spcBef>
              <a:buClr>
                <a:srgbClr val="1F497D"/>
              </a:buClr>
              <a:buFont typeface="Arial"/>
              <a:buChar char="–"/>
              <a:tabLst>
                <a:tab pos="0" algn="l"/>
              </a:tabLst>
            </a:pPr>
            <a:r>
              <a:rPr lang="es-CO" sz="2000" b="0" u="none" strike="noStrike">
                <a:solidFill>
                  <a:schemeClr val="dk1">
                    <a:lumMod val="50000"/>
                    <a:lumOff val="50000"/>
                  </a:schemeClr>
                </a:solidFill>
                <a:effectLst/>
                <a:uFillTx/>
                <a:latin typeface="Calibri"/>
              </a:rPr>
              <a:t>De igual manera los expertos consideran miles de reportes que llegan a través de sus sistemas de reporte y de las instituciones aliadas que comparten información de seguridad con ellos.</a:t>
            </a:r>
            <a:endParaRPr lang="es-CO" sz="2000" b="0" u="none" strike="noStrike">
              <a:solidFill>
                <a:schemeClr val="dk1">
                  <a:lumMod val="50000"/>
                  <a:lumOff val="50000"/>
                </a:schemeClr>
              </a:solidFill>
              <a:effectLst/>
              <a:uFillTx/>
              <a:latin typeface="Calibri"/>
            </a:endParaRPr>
          </a:p>
        </p:txBody>
      </p:sp>
      <p:sp>
        <p:nvSpPr>
          <p:cNvPr id="102" name="PlaceHolder 3"/>
          <p:cNvSpPr>
            <a:spLocks noGrp="1"/>
          </p:cNvSpPr>
          <p:nvPr>
            <p:ph type="dt" idx="34"/>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3E9613E5-322D-466B-9A40-74339F850250}"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103" name="PlaceHolder 4"/>
          <p:cNvSpPr>
            <a:spLocks noGrp="1"/>
          </p:cNvSpPr>
          <p:nvPr>
            <p:ph type="sldNum" idx="35"/>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E407CE51-4551-4B48-A3BD-CA4715EB9F2F}" type="slidenum">
              <a:rPr lang="es-CO" sz="1200" b="1" u="none" strike="noStrike">
                <a:solidFill>
                  <a:srgbClr val="DDD9C3"/>
                </a:solidFill>
                <a:effectLst/>
                <a:uFillTx/>
                <a:latin typeface="Calibri"/>
              </a:rPr>
              <a:t>15</a:t>
            </a:fld>
            <a:endParaRPr lang="es-CO"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hasCustomPrompt="1"/>
          </p:nvPr>
        </p:nvSpPr>
        <p:spPr>
          <a:xfrm>
            <a:off x="1907640" y="274680"/>
            <a:ext cx="677880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METODOLOGÍA</a:t>
            </a:r>
            <a:endParaRPr lang="es-CO" sz="3600" b="1" u="none" strike="noStrike">
              <a:solidFill>
                <a:schemeClr val="dk2"/>
              </a:solidFill>
              <a:effectLst/>
              <a:uFillTx/>
              <a:latin typeface="Calibri"/>
            </a:endParaRPr>
          </a:p>
        </p:txBody>
      </p:sp>
      <p:sp>
        <p:nvSpPr>
          <p:cNvPr id="105"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fontScale="92500" lnSpcReduction="9999"/>
          </a:bodyPr>
          <a:p>
            <a:pPr marL="343080" indent="-343080" algn="just"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Severidad:</a:t>
            </a:r>
            <a:r>
              <a:rPr lang="es-CO" sz="2200" b="0" u="none" strike="noStrike">
                <a:solidFill>
                  <a:schemeClr val="dk1">
                    <a:lumMod val="50000"/>
                    <a:lumOff val="50000"/>
                  </a:schemeClr>
                </a:solidFill>
                <a:effectLst/>
                <a:uFillTx/>
                <a:latin typeface="Calibri"/>
              </a:rPr>
              <a:t> ¿Cuál es la probabilidad que el riesgo ocasione daños serios o la muerte?</a:t>
            </a: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Frecuencia:</a:t>
            </a:r>
            <a:r>
              <a:rPr lang="es-CO" sz="2200" b="0" u="none" strike="noStrike">
                <a:solidFill>
                  <a:schemeClr val="dk1">
                    <a:lumMod val="50000"/>
                    <a:lumOff val="50000"/>
                  </a:schemeClr>
                </a:solidFill>
                <a:effectLst/>
                <a:uFillTx/>
                <a:latin typeface="Calibri"/>
              </a:rPr>
              <a:t> ¿Cuál es la probabilidad que el riesgo pueda ocurrir a menudo?</a:t>
            </a: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Expansión:</a:t>
            </a:r>
            <a:r>
              <a:rPr lang="es-CO" sz="2200" b="0" u="none" strike="noStrike">
                <a:solidFill>
                  <a:schemeClr val="dk1">
                    <a:lumMod val="50000"/>
                    <a:lumOff val="50000"/>
                  </a:schemeClr>
                </a:solidFill>
                <a:effectLst/>
                <a:uFillTx/>
                <a:latin typeface="Calibri"/>
              </a:rPr>
              <a:t> Si el riesgo ocurre ¿Las consecuencias pueden afectar a un gran número de pacientes ya sea dentro o fuera de la institución?</a:t>
            </a: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Percepción:</a:t>
            </a:r>
            <a:r>
              <a:rPr lang="es-CO" sz="2200" b="0" u="none" strike="noStrike">
                <a:solidFill>
                  <a:schemeClr val="dk1">
                    <a:lumMod val="50000"/>
                    <a:lumOff val="50000"/>
                  </a:schemeClr>
                </a:solidFill>
                <a:effectLst/>
                <a:uFillTx/>
                <a:latin typeface="Calibri"/>
              </a:rPr>
              <a:t> ¿El problema es difícil de reconocer? ¿Puede el problema conducir a una serie de problemas antes de ser identificado o corregido?</a:t>
            </a: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Perfil:</a:t>
            </a:r>
            <a:r>
              <a:rPr lang="es-CO" sz="2200" b="0" u="none" strike="noStrike">
                <a:solidFill>
                  <a:schemeClr val="dk1">
                    <a:lumMod val="50000"/>
                    <a:lumOff val="50000"/>
                  </a:schemeClr>
                </a:solidFill>
                <a:effectLst/>
                <a:uFillTx/>
                <a:latin typeface="Calibri"/>
              </a:rPr>
              <a:t> ¿El riesgo es propenso a recibir publicidad significativa? ¿Puede ser reportado en los medios de comunicación y puede afectar negativamente a la institución? ¿El riesgo puede ser foco de atención de las agencias reguladoras?</a:t>
            </a: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pPr>
            <a:r>
              <a:rPr lang="es-CO" sz="2200" b="1" u="none" strike="noStrike">
                <a:solidFill>
                  <a:schemeClr val="dk1">
                    <a:lumMod val="50000"/>
                    <a:lumOff val="50000"/>
                  </a:schemeClr>
                </a:solidFill>
                <a:effectLst/>
                <a:uFillTx/>
                <a:latin typeface="Calibri"/>
              </a:rPr>
              <a:t>Prevención:</a:t>
            </a:r>
            <a:r>
              <a:rPr lang="es-CO" sz="2200" b="0" u="none" strike="noStrike">
                <a:solidFill>
                  <a:schemeClr val="dk1">
                    <a:lumMod val="50000"/>
                    <a:lumOff val="50000"/>
                  </a:schemeClr>
                </a:solidFill>
                <a:effectLst/>
                <a:uFillTx/>
                <a:latin typeface="Calibri"/>
              </a:rPr>
              <a:t> ¿Se pueden tomar acciones que prevengan el problema o que disminuyan el riesgo? ¿Dar a conocer el riesgo ayudaría en un futuro a reducir las ocurrencias?</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p:txBody>
      </p:sp>
      <p:sp>
        <p:nvSpPr>
          <p:cNvPr id="106" name="PlaceHolder 3"/>
          <p:cNvSpPr>
            <a:spLocks noGrp="1"/>
          </p:cNvSpPr>
          <p:nvPr>
            <p:ph type="dt" idx="36"/>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19DB6D06-6F45-43CC-BBF7-565BCE0145B0}"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107" name="PlaceHolder 4"/>
          <p:cNvSpPr>
            <a:spLocks noGrp="1"/>
          </p:cNvSpPr>
          <p:nvPr>
            <p:ph type="sldNum" idx="37"/>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32E8073C-6496-4118-AAEB-15090A582B71}" type="slidenum">
              <a:rPr lang="es-CO" sz="1200" b="1" u="none" strike="noStrike">
                <a:solidFill>
                  <a:srgbClr val="DDD9C3"/>
                </a:solidFill>
                <a:effectLst/>
                <a:uFillTx/>
                <a:latin typeface="Calibri"/>
              </a:rPr>
              <a:t>17</a:t>
            </a:fld>
            <a:endParaRPr lang="es-CO"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hasCustomPrompt="1"/>
          </p:nvPr>
        </p:nvSpPr>
        <p:spPr>
          <a:xfrm>
            <a:off x="1691640" y="274680"/>
            <a:ext cx="699480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TOP 10</a:t>
            </a:r>
            <a:endParaRPr lang="es-CO" sz="3600" b="1" u="none" strike="noStrike">
              <a:solidFill>
                <a:schemeClr val="dk2"/>
              </a:solidFill>
              <a:effectLst/>
              <a:uFillTx/>
              <a:latin typeface="Calibri"/>
            </a:endParaRPr>
          </a:p>
        </p:txBody>
      </p:sp>
      <p:sp>
        <p:nvSpPr>
          <p:cNvPr id="109" name="PlaceHolder 2"/>
          <p:cNvSpPr>
            <a:spLocks noGrp="1"/>
          </p:cNvSpPr>
          <p:nvPr>
            <p:ph/>
          </p:nvPr>
        </p:nvSpPr>
        <p:spPr>
          <a:xfrm>
            <a:off x="457200" y="1600200"/>
            <a:ext cx="8229240" cy="4525560"/>
          </a:xfrm>
          <a:prstGeom prst="rect">
            <a:avLst/>
          </a:prstGeom>
          <a:noFill/>
          <a:ln w="0">
            <a:noFill/>
          </a:ln>
        </p:spPr>
        <p:txBody>
          <a:bodyPr lIns="91440" tIns="45720" rIns="91440" bIns="45720" anchor="t">
            <a:normAutofit lnSpcReduction="9999"/>
          </a:bodyPr>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Errores en la infusión de medicamentos por bombas de infusión.</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Limpieza inadecuada de dispositivos reusables que son complejos.</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Alarmas de ventiladores mecánicos pasadas por alto.</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Depresión respiratoria no detectada en anestesia.</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Riesgos con dispositivos de calor-frio en cirugía cardiotorácica.</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Mala gestión del software médico.</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Riesgo ocupacional de radiación en quirófanos híbridos.</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Error en la configuración de gabinetes automáticos dispensadores de medicamentos.</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Mal funcionamiento o mal uso de grapadoras quirúrgicas.</a:t>
            </a:r>
            <a:endParaRPr lang="es-CO" sz="2200" b="0" u="none" strike="noStrike">
              <a:solidFill>
                <a:schemeClr val="dk1">
                  <a:lumMod val="50000"/>
                  <a:lumOff val="50000"/>
                </a:schemeClr>
              </a:solidFill>
              <a:effectLst/>
              <a:uFillTx/>
              <a:latin typeface="Calibri"/>
            </a:endParaRPr>
          </a:p>
          <a:p>
            <a:pPr marL="457200" indent="-457200" algn="just" defTabSz="914400">
              <a:lnSpc>
                <a:spcPct val="100000"/>
              </a:lnSpc>
              <a:spcBef>
                <a:spcPts val="439"/>
              </a:spcBef>
              <a:buClr>
                <a:srgbClr val="1F497D"/>
              </a:buClr>
              <a:buFont typeface="Calibri"/>
              <a:buAutoNum type="arabicPeriod"/>
            </a:pPr>
            <a:r>
              <a:rPr lang="es-CO" sz="2200" b="0" u="none" strike="noStrike">
                <a:solidFill>
                  <a:schemeClr val="dk1">
                    <a:lumMod val="50000"/>
                    <a:lumOff val="50000"/>
                  </a:schemeClr>
                </a:solidFill>
                <a:effectLst/>
                <a:uFillTx/>
                <a:latin typeface="Calibri"/>
              </a:rPr>
              <a:t>Fallas en los dispositivos médicos por malas prácticas de limpieza y productos inadecuados.</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p:txBody>
      </p:sp>
      <p:sp>
        <p:nvSpPr>
          <p:cNvPr id="110" name="PlaceHolder 3"/>
          <p:cNvSpPr>
            <a:spLocks noGrp="1"/>
          </p:cNvSpPr>
          <p:nvPr>
            <p:ph type="dt" idx="38"/>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7E3A1074-65D9-419C-A7E4-4ADE11CBCE03}"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111" name="PlaceHolder 4"/>
          <p:cNvSpPr>
            <a:spLocks noGrp="1"/>
          </p:cNvSpPr>
          <p:nvPr>
            <p:ph type="sldNum" idx="39"/>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3A9BD5C6-CFDD-4FD3-BC2D-6FD30AAEE12A}" type="slidenum">
              <a:rPr lang="es-CO" sz="1200" b="1" u="none" strike="noStrike">
                <a:solidFill>
                  <a:srgbClr val="DDD9C3"/>
                </a:solidFill>
                <a:effectLst/>
                <a:uFillTx/>
                <a:latin typeface="Calibri"/>
              </a:rPr>
              <a:t>18</a:t>
            </a:fld>
            <a:endParaRPr lang="es-CO"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Diseño centrado en el usuario = Interacción Humano-máquina</a:t>
            </a:r>
            <a:br>
              <a:rPr sz="3600"/>
            </a:br>
            <a:endParaRPr lang="es-CO" sz="3600" b="1" u="none" strike="noStrike">
              <a:solidFill>
                <a:schemeClr val="dk2"/>
              </a:solidFill>
              <a:effectLst/>
              <a:uFillTx/>
              <a:latin typeface="Calibri"/>
            </a:endParaRPr>
          </a:p>
        </p:txBody>
      </p:sp>
      <p:sp>
        <p:nvSpPr>
          <p:cNvPr id="113"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p>
            <a:pPr marL="457200" indent="-457200" algn="l" defTabSz="914400">
              <a:lnSpc>
                <a:spcPct val="100000"/>
              </a:lnSpc>
              <a:spcBef>
                <a:spcPts val="479"/>
              </a:spcBef>
              <a:buClr>
                <a:srgbClr val="1F497D"/>
              </a:buClr>
              <a:buFont typeface="Calibri"/>
              <a:buAutoNum type="arabicPeriod"/>
            </a:pPr>
            <a:r>
              <a:rPr lang="es-ES" sz="2400" b="0" u="none" strike="noStrike">
                <a:solidFill>
                  <a:srgbClr val="000000"/>
                </a:solidFill>
                <a:effectLst/>
                <a:uFillTx/>
                <a:latin typeface="Calibri"/>
              </a:rPr>
              <a:t>Atención</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457200" indent="-457200" algn="l" defTabSz="914400">
              <a:lnSpc>
                <a:spcPct val="100000"/>
              </a:lnSpc>
              <a:spcBef>
                <a:spcPts val="479"/>
              </a:spcBef>
              <a:buClr>
                <a:srgbClr val="1F497D"/>
              </a:buClr>
              <a:buFont typeface="Calibri"/>
              <a:buAutoNum type="arabicPeriod"/>
            </a:pPr>
            <a:r>
              <a:rPr lang="es-ES" sz="2400" b="0" u="none" strike="noStrike">
                <a:solidFill>
                  <a:srgbClr val="000000"/>
                </a:solidFill>
                <a:effectLst/>
                <a:uFillTx/>
                <a:latin typeface="Calibri"/>
              </a:rPr>
              <a:t>Memoria</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457200" indent="-457200" algn="l" defTabSz="914400">
              <a:lnSpc>
                <a:spcPct val="100000"/>
              </a:lnSpc>
              <a:spcBef>
                <a:spcPts val="479"/>
              </a:spcBef>
              <a:buClr>
                <a:srgbClr val="1F497D"/>
              </a:buClr>
              <a:buFont typeface="Calibri"/>
              <a:buAutoNum type="arabicPeriod"/>
            </a:pPr>
            <a:r>
              <a:rPr lang="es-ES" sz="2400" b="0" u="none" strike="noStrike">
                <a:solidFill>
                  <a:srgbClr val="000000"/>
                </a:solidFill>
                <a:effectLst/>
                <a:uFillTx/>
                <a:latin typeface="Calibri"/>
              </a:rPr>
              <a:t>El sesgo racional</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457200" indent="-457200" algn="l" defTabSz="914400">
              <a:lnSpc>
                <a:spcPct val="100000"/>
              </a:lnSpc>
              <a:spcBef>
                <a:spcPts val="479"/>
              </a:spcBef>
              <a:buClr>
                <a:srgbClr val="1F497D"/>
              </a:buClr>
              <a:buFont typeface="Calibri"/>
              <a:buAutoNum type="arabicPeriod"/>
            </a:pPr>
            <a:r>
              <a:rPr lang="es-ES" sz="2400" b="0" u="none" strike="noStrike">
                <a:solidFill>
                  <a:srgbClr val="000000"/>
                </a:solidFill>
                <a:effectLst/>
                <a:uFillTx/>
                <a:latin typeface="Calibri"/>
              </a:rPr>
              <a:t>Lenguaje</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457200" indent="-457200" algn="l" defTabSz="914400">
              <a:lnSpc>
                <a:spcPct val="100000"/>
              </a:lnSpc>
              <a:spcBef>
                <a:spcPts val="479"/>
              </a:spcBef>
              <a:buClr>
                <a:srgbClr val="1F497D"/>
              </a:buClr>
              <a:buFont typeface="Calibri"/>
              <a:buAutoNum type="arabicPeriod"/>
            </a:pPr>
            <a:r>
              <a:rPr lang="es-ES" sz="2400" b="0" u="none" strike="noStrike">
                <a:solidFill>
                  <a:srgbClr val="000000"/>
                </a:solidFill>
                <a:effectLst/>
                <a:uFillTx/>
                <a:latin typeface="Calibri"/>
              </a:rPr>
              <a:t>Efecto de la Representación</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hasCustomPrompt="1"/>
          </p:nvPr>
        </p:nvSpPr>
        <p:spPr>
          <a:xfrm>
            <a:off x="628560" y="365040"/>
            <a:ext cx="788652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Atención</a:t>
            </a:r>
            <a:endParaRPr lang="es-CO" sz="3600" b="1" u="none" strike="noStrike">
              <a:solidFill>
                <a:schemeClr val="dk2"/>
              </a:solidFill>
              <a:effectLst/>
              <a:uFillTx/>
              <a:latin typeface="Calibri"/>
            </a:endParaRPr>
          </a:p>
        </p:txBody>
      </p:sp>
      <p:sp>
        <p:nvSpPr>
          <p:cNvPr id="115" name="PlaceHolder 2"/>
          <p:cNvSpPr>
            <a:spLocks noGrp="1"/>
          </p:cNvSpPr>
          <p:nvPr>
            <p:ph/>
          </p:nvPr>
        </p:nvSpPr>
        <p:spPr>
          <a:xfrm>
            <a:off x="481320" y="1690560"/>
            <a:ext cx="8181000" cy="430524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atención es un proceso cognitivo que nos permite filtrar los datos que llegan por medio de los sentidos y procesarlos de manera consciente.</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Podemos encontrar varios sinónimos </a:t>
            </a:r>
            <a:endParaRPr lang="es-CO" sz="22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•Selectividad</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•Posesión por la mente</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•Focalización</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•Concentración</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•Conciencia</a:t>
            </a:r>
            <a:endParaRPr lang="es-CO" sz="20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hasCustomPrompt="1"/>
          </p:nvPr>
        </p:nvSpPr>
        <p:spPr>
          <a:xfrm>
            <a:off x="628560" y="365040"/>
            <a:ext cx="788652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Atención Selectiva</a:t>
            </a:r>
            <a:endParaRPr lang="es-CO" sz="3600" b="1" u="none" strike="noStrike">
              <a:solidFill>
                <a:schemeClr val="dk2"/>
              </a:solidFill>
              <a:effectLst/>
              <a:uFillTx/>
              <a:latin typeface="Calibri"/>
            </a:endParaRPr>
          </a:p>
        </p:txBody>
      </p:sp>
      <p:pic>
        <p:nvPicPr>
          <p:cNvPr id="117" name="Imagen 4"/>
          <p:cNvPicPr/>
          <p:nvPr/>
        </p:nvPicPr>
        <p:blipFill>
          <a:blip r:embed="rId1"/>
          <a:srcRect l="54446" t="40625" r="5893" b="30423"/>
          <a:stretch/>
        </p:blipFill>
        <p:spPr>
          <a:xfrm>
            <a:off x="278640" y="1845000"/>
            <a:ext cx="8586360" cy="353916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8" name="Imagen 1"/>
          <p:cNvPicPr/>
          <p:nvPr/>
        </p:nvPicPr>
        <p:blipFill>
          <a:blip r:embed="rId1"/>
          <a:srcRect l="0" t="267" r="738" b="0"/>
          <a:stretch/>
        </p:blipFill>
        <p:spPr>
          <a:xfrm>
            <a:off x="323640" y="1303920"/>
            <a:ext cx="8595360" cy="4500720"/>
          </a:xfrm>
          <a:prstGeom prst="rect">
            <a:avLst/>
          </a:prstGeom>
          <a:noFill/>
          <a:ln w="0">
            <a:noFill/>
          </a:ln>
        </p:spPr>
      </p:pic>
      <p:sp>
        <p:nvSpPr>
          <p:cNvPr id="119" name="PlaceHolder 1"/>
          <p:cNvSpPr>
            <a:spLocks noGrp="1"/>
          </p:cNvSpPr>
          <p:nvPr>
            <p:ph type="title" hasCustomPrompt="1"/>
          </p:nvPr>
        </p:nvSpPr>
        <p:spPr>
          <a:xfrm>
            <a:off x="681480" y="0"/>
            <a:ext cx="559584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Atención alternante</a:t>
            </a:r>
            <a:endParaRPr lang="es-CO" sz="3600" b="1" u="none" strike="noStrike">
              <a:solidFill>
                <a:schemeClr val="dk2"/>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hasCustomPrompt="1"/>
          </p:nvPr>
        </p:nvSpPr>
        <p:spPr>
          <a:xfrm>
            <a:off x="681480" y="0"/>
            <a:ext cx="559584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Atención alternante</a:t>
            </a:r>
            <a:endParaRPr lang="es-CO" sz="3600" b="1" u="none" strike="noStrike">
              <a:solidFill>
                <a:schemeClr val="dk2"/>
              </a:solidFill>
              <a:effectLst/>
              <a:uFillTx/>
              <a:latin typeface="Calibri"/>
            </a:endParaRPr>
          </a:p>
        </p:txBody>
      </p:sp>
      <p:sp>
        <p:nvSpPr>
          <p:cNvPr id="121" name="PlaceHolder 2"/>
          <p:cNvSpPr>
            <a:spLocks noGrp="1"/>
          </p:cNvSpPr>
          <p:nvPr>
            <p:ph/>
          </p:nvPr>
        </p:nvSpPr>
        <p:spPr>
          <a:xfrm>
            <a:off x="481320" y="1690560"/>
            <a:ext cx="8181000" cy="4305240"/>
          </a:xfrm>
          <a:prstGeom prst="rect">
            <a:avLst/>
          </a:prstGeom>
          <a:noFill/>
          <a:ln w="0">
            <a:noFill/>
          </a:ln>
        </p:spPr>
        <p:txBody>
          <a:bodyPr lIns="91440" tIns="45720" rIns="91440" bIns="45720" anchor="t">
            <a:normAutofit/>
          </a:bodyPr>
          <a:p>
            <a:pPr marL="343080" indent="-343080" algn="just"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atención puede ser alternada o cambiada a voluntad. Esto es bien importante para poder cambiar de tareas y atender a nuevos eventos que requieren de atención. </a:t>
            </a:r>
            <a:endParaRPr lang="es-CO" sz="2200" b="0" u="none" strike="noStrike">
              <a:solidFill>
                <a:schemeClr val="dk1">
                  <a:lumMod val="50000"/>
                  <a:lumOff val="50000"/>
                </a:schemeClr>
              </a:solidFill>
              <a:effectLst/>
              <a:uFillTx/>
              <a:latin typeface="Calibri"/>
            </a:endParaRPr>
          </a:p>
          <a:p>
            <a:pPr indent="0" algn="just"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Pero el alternar la atención tiene su costo. El cambio frecuente de atención tiene consecuencias. Por ejemplo si usted pierde el hilo de una tarea previa tendrá que realizarla de nuevo, lo que implica una duplicación de esfuerzos y con posibles consecuencias como por ejemplo que un paciente reciba el mismo medicamento dos veces.</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hasCustomPrompt="1"/>
          </p:nvPr>
        </p:nvSpPr>
        <p:spPr>
          <a:xfrm>
            <a:off x="1779840" y="158760"/>
            <a:ext cx="728964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Modelo de Atención y Memoria Humano</a:t>
            </a:r>
            <a:endParaRPr lang="es-CO" sz="3600" b="1" u="none" strike="noStrike">
              <a:solidFill>
                <a:schemeClr val="dk2"/>
              </a:solidFill>
              <a:effectLst/>
              <a:uFillTx/>
              <a:latin typeface="Calibri"/>
            </a:endParaRPr>
          </a:p>
        </p:txBody>
      </p:sp>
      <p:sp>
        <p:nvSpPr>
          <p:cNvPr id="123" name="PlaceHolder 2"/>
          <p:cNvSpPr>
            <a:spLocks noGrp="1"/>
          </p:cNvSpPr>
          <p:nvPr>
            <p:ph/>
          </p:nvPr>
        </p:nvSpPr>
        <p:spPr>
          <a:xfrm>
            <a:off x="-10440" y="4149000"/>
            <a:ext cx="1561320" cy="1442520"/>
          </a:xfrm>
          <a:prstGeom prst="rect">
            <a:avLst/>
          </a:prstGeom>
          <a:noFill/>
          <a:ln w="0">
            <a:noFill/>
          </a:ln>
        </p:spPr>
        <p:txBody>
          <a:bodyPr lIns="91440" tIns="45720" rIns="91440" bIns="45720" anchor="t">
            <a:spAutoFit/>
          </a:bodyPr>
          <a:p>
            <a:pPr indent="0" algn="l" defTabSz="914400">
              <a:lnSpc>
                <a:spcPct val="100000"/>
              </a:lnSpc>
              <a:spcBef>
                <a:spcPts val="360"/>
              </a:spcBef>
              <a:buNone/>
              <a:tabLst>
                <a:tab pos="0" algn="l"/>
              </a:tabLst>
            </a:pPr>
            <a:r>
              <a:rPr lang="es-ES" sz="1800" b="0" u="none" strike="noStrike">
                <a:solidFill>
                  <a:schemeClr val="dk1"/>
                </a:solidFill>
                <a:effectLst/>
                <a:uFillTx/>
                <a:latin typeface="Calibri"/>
              </a:rPr>
              <a:t>Los datos son captados por los sentidos</a:t>
            </a:r>
            <a:r>
              <a:rPr lang="es-ES" sz="1800" b="0" u="none" strike="noStrike">
                <a:solidFill>
                  <a:schemeClr val="dk1"/>
                </a:solidFill>
                <a:effectLst/>
                <a:uFillTx/>
                <a:latin typeface="Calibri"/>
              </a:rPr>
              <a:t>	</a:t>
            </a:r>
            <a:endParaRPr lang="es-CO" sz="1800" b="0" u="none" strike="noStrike">
              <a:solidFill>
                <a:schemeClr val="dk1">
                  <a:lumMod val="50000"/>
                  <a:lumOff val="50000"/>
                </a:schemeClr>
              </a:solidFill>
              <a:effectLst/>
              <a:uFillTx/>
              <a:latin typeface="Calibri"/>
            </a:endParaRPr>
          </a:p>
          <a:p>
            <a:pPr indent="0" algn="l" defTabSz="914400">
              <a:lnSpc>
                <a:spcPct val="100000"/>
              </a:lnSpc>
              <a:spcBef>
                <a:spcPts val="360"/>
              </a:spcBef>
              <a:buNone/>
              <a:tabLst>
                <a:tab pos="0" algn="l"/>
              </a:tabLst>
            </a:pPr>
            <a:endParaRPr lang="es-CO" sz="1800" b="0" u="none" strike="noStrike">
              <a:solidFill>
                <a:schemeClr val="dk1">
                  <a:lumMod val="50000"/>
                  <a:lumOff val="50000"/>
                </a:schemeClr>
              </a:solidFill>
              <a:effectLst/>
              <a:uFillTx/>
              <a:latin typeface="Calibri"/>
            </a:endParaRPr>
          </a:p>
        </p:txBody>
      </p:sp>
      <p:sp>
        <p:nvSpPr>
          <p:cNvPr id="124" name="Rectángulo redondeado 3"/>
          <p:cNvSpPr/>
          <p:nvPr/>
        </p:nvSpPr>
        <p:spPr>
          <a:xfrm>
            <a:off x="242640" y="1676160"/>
            <a:ext cx="1440000" cy="1851840"/>
          </a:xfrm>
          <a:prstGeom prst="roundRect">
            <a:avLst>
              <a:gd name="adj" fmla="val 16667"/>
            </a:avLst>
          </a:prstGeom>
          <a:solidFill>
            <a:schemeClr val="accent1">
              <a:lumMod val="20000"/>
              <a:lumOff val="8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1900" b="1" u="none" strike="noStrike">
                <a:solidFill>
                  <a:schemeClr val="dk1"/>
                </a:solidFill>
                <a:effectLst/>
                <a:uFillTx/>
                <a:latin typeface="Calibri"/>
              </a:rPr>
              <a:t>SENTIDOS</a:t>
            </a:r>
            <a:endParaRPr lang="es-CO" sz="1900" b="0" u="none" strike="noStrike">
              <a:solidFill>
                <a:srgbClr val="000000"/>
              </a:solidFill>
              <a:effectLst/>
              <a:uFillTx/>
              <a:latin typeface="Arial"/>
            </a:endParaRPr>
          </a:p>
        </p:txBody>
      </p:sp>
      <p:sp>
        <p:nvSpPr>
          <p:cNvPr id="125" name="Rectángulo redondeado 4"/>
          <p:cNvSpPr/>
          <p:nvPr/>
        </p:nvSpPr>
        <p:spPr>
          <a:xfrm>
            <a:off x="2021040" y="1676160"/>
            <a:ext cx="1510200" cy="1851840"/>
          </a:xfrm>
          <a:prstGeom prst="roundRect">
            <a:avLst>
              <a:gd name="adj" fmla="val 16667"/>
            </a:avLst>
          </a:prstGeom>
          <a:solidFill>
            <a:schemeClr val="accent1">
              <a:lumMod val="20000"/>
              <a:lumOff val="8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200" b="1" u="none" strike="noStrike">
                <a:solidFill>
                  <a:schemeClr val="dk1"/>
                </a:solidFill>
                <a:effectLst/>
                <a:uFillTx/>
                <a:latin typeface="Calibri"/>
              </a:rPr>
              <a:t>Almacenamiento de corto tiempo</a:t>
            </a:r>
            <a:endParaRPr lang="es-CO" sz="2200" b="0" u="none" strike="noStrike">
              <a:solidFill>
                <a:srgbClr val="000000"/>
              </a:solidFill>
              <a:effectLst/>
              <a:uFillTx/>
              <a:latin typeface="Arial"/>
            </a:endParaRPr>
          </a:p>
        </p:txBody>
      </p:sp>
      <p:sp>
        <p:nvSpPr>
          <p:cNvPr id="126" name="Rectángulo redondeado 5"/>
          <p:cNvSpPr/>
          <p:nvPr/>
        </p:nvSpPr>
        <p:spPr>
          <a:xfrm>
            <a:off x="3920400" y="2037240"/>
            <a:ext cx="1355760" cy="1421280"/>
          </a:xfrm>
          <a:prstGeom prst="roundRect">
            <a:avLst>
              <a:gd name="adj" fmla="val 16667"/>
            </a:avLst>
          </a:prstGeom>
          <a:solidFill>
            <a:schemeClr val="accent1">
              <a:lumMod val="20000"/>
              <a:lumOff val="8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200" b="1" u="none" strike="noStrike">
                <a:solidFill>
                  <a:schemeClr val="dk1"/>
                </a:solidFill>
                <a:effectLst/>
                <a:uFillTx/>
                <a:latin typeface="Calibri"/>
              </a:rPr>
              <a:t>Filtro selectivo</a:t>
            </a:r>
            <a:endParaRPr lang="es-CO" sz="2200" b="0" u="none" strike="noStrike">
              <a:solidFill>
                <a:srgbClr val="000000"/>
              </a:solidFill>
              <a:effectLst/>
              <a:uFillTx/>
              <a:latin typeface="Arial"/>
            </a:endParaRPr>
          </a:p>
        </p:txBody>
      </p:sp>
      <p:sp>
        <p:nvSpPr>
          <p:cNvPr id="127" name="Rectángulo redondeado 6"/>
          <p:cNvSpPr/>
          <p:nvPr/>
        </p:nvSpPr>
        <p:spPr>
          <a:xfrm>
            <a:off x="5584680" y="1996560"/>
            <a:ext cx="1594440" cy="1561680"/>
          </a:xfrm>
          <a:prstGeom prst="roundRect">
            <a:avLst>
              <a:gd name="adj" fmla="val 16667"/>
            </a:avLst>
          </a:prstGeom>
          <a:solidFill>
            <a:schemeClr val="accent1">
              <a:lumMod val="20000"/>
              <a:lumOff val="8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200" b="1" u="none" strike="noStrike">
                <a:solidFill>
                  <a:schemeClr val="dk1"/>
                </a:solidFill>
                <a:effectLst/>
                <a:uFillTx/>
                <a:latin typeface="Calibri"/>
              </a:rPr>
              <a:t>Canal de capacidad limitada</a:t>
            </a:r>
            <a:endParaRPr lang="es-CO" sz="2200" b="0" u="none" strike="noStrike">
              <a:solidFill>
                <a:srgbClr val="000000"/>
              </a:solidFill>
              <a:effectLst/>
              <a:uFillTx/>
              <a:latin typeface="Arial"/>
            </a:endParaRPr>
          </a:p>
        </p:txBody>
      </p:sp>
      <p:sp>
        <p:nvSpPr>
          <p:cNvPr id="128" name="Rectángulo redondeado 7"/>
          <p:cNvSpPr/>
          <p:nvPr/>
        </p:nvSpPr>
        <p:spPr>
          <a:xfrm>
            <a:off x="7633440" y="1585080"/>
            <a:ext cx="1510200" cy="2225160"/>
          </a:xfrm>
          <a:prstGeom prst="roundRect">
            <a:avLst>
              <a:gd name="adj" fmla="val 16667"/>
            </a:avLst>
          </a:prstGeom>
          <a:solidFill>
            <a:schemeClr val="accent1">
              <a:lumMod val="20000"/>
              <a:lumOff val="8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200" b="1" u="none" strike="noStrike">
                <a:solidFill>
                  <a:schemeClr val="dk1"/>
                </a:solidFill>
                <a:effectLst/>
                <a:uFillTx/>
                <a:latin typeface="Calibri"/>
              </a:rPr>
              <a:t>PROCESAMIENTO CENTRAL</a:t>
            </a:r>
            <a:endParaRPr lang="es-CO" sz="2200" b="0" u="none" strike="noStrike">
              <a:solidFill>
                <a:srgbClr val="000000"/>
              </a:solidFill>
              <a:effectLst/>
              <a:uFillTx/>
              <a:latin typeface="Arial"/>
            </a:endParaRPr>
          </a:p>
        </p:txBody>
      </p:sp>
      <p:sp>
        <p:nvSpPr>
          <p:cNvPr id="129" name="Rectángulo 8"/>
          <p:cNvSpPr/>
          <p:nvPr/>
        </p:nvSpPr>
        <p:spPr>
          <a:xfrm>
            <a:off x="7222320" y="4083120"/>
            <a:ext cx="1921320" cy="2031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dk1"/>
                </a:solidFill>
                <a:effectLst/>
                <a:uFillTx/>
                <a:latin typeface="Calibri"/>
              </a:rPr>
              <a:t>El procesamiento central se apoya en la memoria de trabajo o de largo tiempo para generar información </a:t>
            </a:r>
            <a:endParaRPr lang="es-CO" sz="1800" b="0" u="none" strike="noStrike">
              <a:solidFill>
                <a:srgbClr val="000000"/>
              </a:solidFill>
              <a:effectLst/>
              <a:uFillTx/>
              <a:latin typeface="Arial"/>
            </a:endParaRPr>
          </a:p>
        </p:txBody>
      </p:sp>
      <p:sp>
        <p:nvSpPr>
          <p:cNvPr id="130" name="Rectángulo 9"/>
          <p:cNvSpPr/>
          <p:nvPr/>
        </p:nvSpPr>
        <p:spPr>
          <a:xfrm>
            <a:off x="5344560" y="4083120"/>
            <a:ext cx="1842120" cy="2031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dk1"/>
                </a:solidFill>
                <a:effectLst/>
                <a:uFillTx/>
                <a:latin typeface="Calibri"/>
              </a:rPr>
              <a:t>Dada la capacidad limitada del canal solo una fracción de los datos es enviada a proceso</a:t>
            </a:r>
            <a:r>
              <a:rPr lang="es-ES" sz="1800" b="0" u="none" strike="noStrike">
                <a:solidFill>
                  <a:schemeClr val="dk1"/>
                </a:solidFill>
                <a:effectLst/>
                <a:uFillTx/>
                <a:latin typeface="Calibri"/>
              </a:rPr>
              <a:t>	</a:t>
            </a:r>
            <a:endParaRPr lang="es-CO" sz="1800" b="0" u="none" strike="noStrike">
              <a:solidFill>
                <a:srgbClr val="000000"/>
              </a:solidFill>
              <a:effectLst/>
              <a:uFillTx/>
              <a:latin typeface="Arial"/>
            </a:endParaRPr>
          </a:p>
        </p:txBody>
      </p:sp>
      <p:sp>
        <p:nvSpPr>
          <p:cNvPr id="131" name="Rectángulo 10"/>
          <p:cNvSpPr/>
          <p:nvPr/>
        </p:nvSpPr>
        <p:spPr>
          <a:xfrm>
            <a:off x="3702960" y="4149000"/>
            <a:ext cx="1605960" cy="1477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dk1"/>
                </a:solidFill>
                <a:effectLst/>
                <a:uFillTx/>
                <a:latin typeface="Calibri"/>
              </a:rPr>
              <a:t>El filtro selecciona los datos relevantes para la tarea </a:t>
            </a:r>
            <a:endParaRPr lang="es-CO" sz="1800" b="0" u="none" strike="noStrike">
              <a:solidFill>
                <a:srgbClr val="000000"/>
              </a:solidFill>
              <a:effectLst/>
              <a:uFillTx/>
              <a:latin typeface="Arial"/>
            </a:endParaRPr>
          </a:p>
        </p:txBody>
      </p:sp>
      <p:sp>
        <p:nvSpPr>
          <p:cNvPr id="132" name="Rectángulo 11"/>
          <p:cNvSpPr/>
          <p:nvPr/>
        </p:nvSpPr>
        <p:spPr>
          <a:xfrm>
            <a:off x="1586520" y="4149000"/>
            <a:ext cx="2078640" cy="1753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dk1"/>
                </a:solidFill>
                <a:effectLst/>
                <a:uFillTx/>
                <a:latin typeface="Calibri"/>
              </a:rPr>
              <a:t>Parte de los datos captados se pueden almacenar por una fracción de segundo en la memoria temporal</a:t>
            </a:r>
            <a:endParaRPr lang="es-CO" sz="1800" b="0" u="none" strike="noStrike">
              <a:solidFill>
                <a:srgbClr val="000000"/>
              </a:solidFill>
              <a:effectLst/>
              <a:uFillTx/>
              <a:latin typeface="Arial"/>
            </a:endParaRPr>
          </a:p>
        </p:txBody>
      </p:sp>
      <p:cxnSp>
        <p:nvCxnSpPr>
          <p:cNvPr id="133" name="Conector recto de flecha 13"/>
          <p:cNvCxnSpPr/>
          <p:nvPr/>
        </p:nvCxnSpPr>
        <p:spPr>
          <a:xfrm>
            <a:off x="0" y="1996560"/>
            <a:ext cx="320040" cy="360"/>
          </a:xfrm>
          <a:prstGeom prst="straightConnector1">
            <a:avLst/>
          </a:prstGeom>
          <a:ln>
            <a:solidFill>
              <a:srgbClr val="000000"/>
            </a:solidFill>
            <a:round/>
            <a:tailEnd len="med" type="triangle" w="med"/>
          </a:ln>
        </p:spPr>
      </p:cxnSp>
      <p:cxnSp>
        <p:nvCxnSpPr>
          <p:cNvPr id="134" name="Conector recto de flecha 14"/>
          <p:cNvCxnSpPr/>
          <p:nvPr/>
        </p:nvCxnSpPr>
        <p:spPr>
          <a:xfrm>
            <a:off x="11520" y="2190960"/>
            <a:ext cx="320400" cy="360"/>
          </a:xfrm>
          <a:prstGeom prst="straightConnector1">
            <a:avLst/>
          </a:prstGeom>
          <a:ln>
            <a:solidFill>
              <a:srgbClr val="000000"/>
            </a:solidFill>
            <a:round/>
            <a:tailEnd len="med" type="triangle" w="med"/>
          </a:ln>
        </p:spPr>
      </p:cxnSp>
      <p:cxnSp>
        <p:nvCxnSpPr>
          <p:cNvPr id="135" name="Conector recto de flecha 15"/>
          <p:cNvCxnSpPr/>
          <p:nvPr/>
        </p:nvCxnSpPr>
        <p:spPr>
          <a:xfrm>
            <a:off x="-4680" y="2427840"/>
            <a:ext cx="320040" cy="360"/>
          </a:xfrm>
          <a:prstGeom prst="straightConnector1">
            <a:avLst/>
          </a:prstGeom>
          <a:ln>
            <a:solidFill>
              <a:srgbClr val="000000"/>
            </a:solidFill>
            <a:round/>
            <a:tailEnd len="med" type="triangle" w="med"/>
          </a:ln>
        </p:spPr>
      </p:cxnSp>
      <p:cxnSp>
        <p:nvCxnSpPr>
          <p:cNvPr id="136" name="Conector recto de flecha 16"/>
          <p:cNvCxnSpPr/>
          <p:nvPr/>
        </p:nvCxnSpPr>
        <p:spPr>
          <a:xfrm>
            <a:off x="-4680" y="2849760"/>
            <a:ext cx="320040" cy="360"/>
          </a:xfrm>
          <a:prstGeom prst="straightConnector1">
            <a:avLst/>
          </a:prstGeom>
          <a:ln>
            <a:solidFill>
              <a:srgbClr val="000000"/>
            </a:solidFill>
            <a:round/>
            <a:tailEnd len="med" type="triangle" w="med"/>
          </a:ln>
        </p:spPr>
      </p:cxnSp>
      <p:cxnSp>
        <p:nvCxnSpPr>
          <p:cNvPr id="137" name="Conector recto de flecha 17"/>
          <p:cNvCxnSpPr/>
          <p:nvPr/>
        </p:nvCxnSpPr>
        <p:spPr>
          <a:xfrm>
            <a:off x="6840" y="3030480"/>
            <a:ext cx="320400" cy="360"/>
          </a:xfrm>
          <a:prstGeom prst="straightConnector1">
            <a:avLst/>
          </a:prstGeom>
          <a:ln>
            <a:solidFill>
              <a:srgbClr val="000000"/>
            </a:solidFill>
            <a:round/>
            <a:tailEnd len="med" type="triangle" w="med"/>
          </a:ln>
        </p:spPr>
      </p:cxnSp>
      <p:cxnSp>
        <p:nvCxnSpPr>
          <p:cNvPr id="138" name="Conector recto de flecha 18"/>
          <p:cNvCxnSpPr/>
          <p:nvPr/>
        </p:nvCxnSpPr>
        <p:spPr>
          <a:xfrm>
            <a:off x="6840" y="2650680"/>
            <a:ext cx="320400" cy="360"/>
          </a:xfrm>
          <a:prstGeom prst="straightConnector1">
            <a:avLst/>
          </a:prstGeom>
          <a:ln>
            <a:solidFill>
              <a:srgbClr val="000000"/>
            </a:solidFill>
            <a:round/>
            <a:tailEnd len="med" type="triangle" w="med"/>
          </a:ln>
        </p:spPr>
      </p:cxnSp>
      <p:cxnSp>
        <p:nvCxnSpPr>
          <p:cNvPr id="139" name="Conector recto de flecha 19"/>
          <p:cNvCxnSpPr/>
          <p:nvPr/>
        </p:nvCxnSpPr>
        <p:spPr>
          <a:xfrm>
            <a:off x="1689840" y="1996560"/>
            <a:ext cx="320040" cy="360"/>
          </a:xfrm>
          <a:prstGeom prst="straightConnector1">
            <a:avLst/>
          </a:prstGeom>
          <a:ln>
            <a:solidFill>
              <a:srgbClr val="000000"/>
            </a:solidFill>
            <a:round/>
            <a:tailEnd len="med" type="triangle" w="med"/>
          </a:ln>
        </p:spPr>
      </p:cxnSp>
      <p:cxnSp>
        <p:nvCxnSpPr>
          <p:cNvPr id="140" name="Conector recto de flecha 20"/>
          <p:cNvCxnSpPr/>
          <p:nvPr/>
        </p:nvCxnSpPr>
        <p:spPr>
          <a:xfrm>
            <a:off x="1701360" y="2190960"/>
            <a:ext cx="320400" cy="360"/>
          </a:xfrm>
          <a:prstGeom prst="straightConnector1">
            <a:avLst/>
          </a:prstGeom>
          <a:ln>
            <a:solidFill>
              <a:srgbClr val="000000"/>
            </a:solidFill>
            <a:round/>
            <a:tailEnd len="med" type="triangle" w="med"/>
          </a:ln>
        </p:spPr>
      </p:cxnSp>
      <p:cxnSp>
        <p:nvCxnSpPr>
          <p:cNvPr id="141" name="Conector recto de flecha 21"/>
          <p:cNvCxnSpPr/>
          <p:nvPr/>
        </p:nvCxnSpPr>
        <p:spPr>
          <a:xfrm>
            <a:off x="1685160" y="2427840"/>
            <a:ext cx="320040" cy="360"/>
          </a:xfrm>
          <a:prstGeom prst="straightConnector1">
            <a:avLst/>
          </a:prstGeom>
          <a:ln>
            <a:solidFill>
              <a:srgbClr val="000000"/>
            </a:solidFill>
            <a:round/>
            <a:tailEnd len="med" type="triangle" w="med"/>
          </a:ln>
        </p:spPr>
      </p:cxnSp>
      <p:cxnSp>
        <p:nvCxnSpPr>
          <p:cNvPr id="142" name="Conector recto de flecha 22"/>
          <p:cNvCxnSpPr/>
          <p:nvPr/>
        </p:nvCxnSpPr>
        <p:spPr>
          <a:xfrm>
            <a:off x="1685160" y="2849760"/>
            <a:ext cx="320040" cy="360"/>
          </a:xfrm>
          <a:prstGeom prst="straightConnector1">
            <a:avLst/>
          </a:prstGeom>
          <a:ln>
            <a:solidFill>
              <a:srgbClr val="000000"/>
            </a:solidFill>
            <a:round/>
            <a:tailEnd len="med" type="triangle" w="med"/>
          </a:ln>
        </p:spPr>
      </p:cxnSp>
      <p:cxnSp>
        <p:nvCxnSpPr>
          <p:cNvPr id="143" name="Conector recto de flecha 23"/>
          <p:cNvCxnSpPr/>
          <p:nvPr/>
        </p:nvCxnSpPr>
        <p:spPr>
          <a:xfrm>
            <a:off x="1696680" y="3030480"/>
            <a:ext cx="320400" cy="360"/>
          </a:xfrm>
          <a:prstGeom prst="straightConnector1">
            <a:avLst/>
          </a:prstGeom>
          <a:ln>
            <a:solidFill>
              <a:srgbClr val="000000"/>
            </a:solidFill>
            <a:round/>
            <a:tailEnd len="med" type="triangle" w="med"/>
          </a:ln>
        </p:spPr>
      </p:cxnSp>
      <p:cxnSp>
        <p:nvCxnSpPr>
          <p:cNvPr id="144" name="Conector recto de flecha 24"/>
          <p:cNvCxnSpPr/>
          <p:nvPr/>
        </p:nvCxnSpPr>
        <p:spPr>
          <a:xfrm>
            <a:off x="1696680" y="2650680"/>
            <a:ext cx="320400" cy="360"/>
          </a:xfrm>
          <a:prstGeom prst="straightConnector1">
            <a:avLst/>
          </a:prstGeom>
          <a:ln>
            <a:solidFill>
              <a:srgbClr val="000000"/>
            </a:solidFill>
            <a:round/>
            <a:tailEnd len="med" type="triangle" w="med"/>
          </a:ln>
        </p:spPr>
      </p:cxnSp>
      <p:cxnSp>
        <p:nvCxnSpPr>
          <p:cNvPr id="145" name="Conector recto de flecha 25"/>
          <p:cNvCxnSpPr/>
          <p:nvPr/>
        </p:nvCxnSpPr>
        <p:spPr>
          <a:xfrm>
            <a:off x="3565080" y="2205000"/>
            <a:ext cx="320040" cy="360"/>
          </a:xfrm>
          <a:prstGeom prst="straightConnector1">
            <a:avLst/>
          </a:prstGeom>
          <a:ln>
            <a:solidFill>
              <a:srgbClr val="000000"/>
            </a:solidFill>
            <a:round/>
            <a:tailEnd len="med" type="triangle" w="med"/>
          </a:ln>
        </p:spPr>
      </p:cxnSp>
      <p:cxnSp>
        <p:nvCxnSpPr>
          <p:cNvPr id="146" name="Conector recto de flecha 26"/>
          <p:cNvCxnSpPr/>
          <p:nvPr/>
        </p:nvCxnSpPr>
        <p:spPr>
          <a:xfrm>
            <a:off x="3576600" y="2399760"/>
            <a:ext cx="320400" cy="360"/>
          </a:xfrm>
          <a:prstGeom prst="straightConnector1">
            <a:avLst/>
          </a:prstGeom>
          <a:ln>
            <a:solidFill>
              <a:srgbClr val="000000"/>
            </a:solidFill>
            <a:round/>
            <a:tailEnd len="med" type="triangle" w="med"/>
          </a:ln>
        </p:spPr>
      </p:cxnSp>
      <p:cxnSp>
        <p:nvCxnSpPr>
          <p:cNvPr id="147" name="Conector recto de flecha 27"/>
          <p:cNvCxnSpPr/>
          <p:nvPr/>
        </p:nvCxnSpPr>
        <p:spPr>
          <a:xfrm>
            <a:off x="3560400" y="2636640"/>
            <a:ext cx="320040" cy="360"/>
          </a:xfrm>
          <a:prstGeom prst="straightConnector1">
            <a:avLst/>
          </a:prstGeom>
          <a:ln>
            <a:solidFill>
              <a:srgbClr val="000000"/>
            </a:solidFill>
            <a:round/>
            <a:tailEnd len="med" type="triangle" w="med"/>
          </a:ln>
        </p:spPr>
      </p:cxnSp>
      <p:cxnSp>
        <p:nvCxnSpPr>
          <p:cNvPr id="148" name="Conector recto de flecha 28"/>
          <p:cNvCxnSpPr/>
          <p:nvPr/>
        </p:nvCxnSpPr>
        <p:spPr>
          <a:xfrm>
            <a:off x="3560400" y="3058560"/>
            <a:ext cx="320040" cy="360"/>
          </a:xfrm>
          <a:prstGeom prst="straightConnector1">
            <a:avLst/>
          </a:prstGeom>
          <a:ln>
            <a:solidFill>
              <a:srgbClr val="000000"/>
            </a:solidFill>
            <a:round/>
            <a:tailEnd len="med" type="triangle" w="med"/>
          </a:ln>
        </p:spPr>
      </p:cxnSp>
      <p:cxnSp>
        <p:nvCxnSpPr>
          <p:cNvPr id="149" name="Conector recto de flecha 30"/>
          <p:cNvCxnSpPr/>
          <p:nvPr/>
        </p:nvCxnSpPr>
        <p:spPr>
          <a:xfrm>
            <a:off x="3571920" y="2859120"/>
            <a:ext cx="320400" cy="360"/>
          </a:xfrm>
          <a:prstGeom prst="straightConnector1">
            <a:avLst/>
          </a:prstGeom>
          <a:ln>
            <a:solidFill>
              <a:srgbClr val="000000"/>
            </a:solidFill>
            <a:round/>
            <a:tailEnd len="med" type="triangle" w="med"/>
          </a:ln>
        </p:spPr>
      </p:cxnSp>
      <p:cxnSp>
        <p:nvCxnSpPr>
          <p:cNvPr id="150" name="Conector recto de flecha 32"/>
          <p:cNvCxnSpPr/>
          <p:nvPr/>
        </p:nvCxnSpPr>
        <p:spPr>
          <a:xfrm>
            <a:off x="5280840" y="2399760"/>
            <a:ext cx="320400" cy="360"/>
          </a:xfrm>
          <a:prstGeom prst="straightConnector1">
            <a:avLst/>
          </a:prstGeom>
          <a:ln>
            <a:solidFill>
              <a:srgbClr val="000000"/>
            </a:solidFill>
            <a:round/>
            <a:tailEnd len="med" type="triangle" w="med"/>
          </a:ln>
        </p:spPr>
      </p:cxnSp>
      <p:cxnSp>
        <p:nvCxnSpPr>
          <p:cNvPr id="151" name="Conector recto de flecha 33"/>
          <p:cNvCxnSpPr/>
          <p:nvPr/>
        </p:nvCxnSpPr>
        <p:spPr>
          <a:xfrm>
            <a:off x="5264640" y="2636640"/>
            <a:ext cx="320040" cy="360"/>
          </a:xfrm>
          <a:prstGeom prst="straightConnector1">
            <a:avLst/>
          </a:prstGeom>
          <a:ln>
            <a:solidFill>
              <a:srgbClr val="000000"/>
            </a:solidFill>
            <a:round/>
            <a:tailEnd len="med" type="triangle" w="med"/>
          </a:ln>
        </p:spPr>
      </p:cxnSp>
      <p:cxnSp>
        <p:nvCxnSpPr>
          <p:cNvPr id="152" name="Conector recto de flecha 34"/>
          <p:cNvCxnSpPr/>
          <p:nvPr/>
        </p:nvCxnSpPr>
        <p:spPr>
          <a:xfrm>
            <a:off x="5264640" y="3058560"/>
            <a:ext cx="320040" cy="360"/>
          </a:xfrm>
          <a:prstGeom prst="straightConnector1">
            <a:avLst/>
          </a:prstGeom>
          <a:ln>
            <a:solidFill>
              <a:srgbClr val="000000"/>
            </a:solidFill>
            <a:round/>
            <a:tailEnd len="med" type="triangle" w="med"/>
          </a:ln>
        </p:spPr>
      </p:cxnSp>
      <p:cxnSp>
        <p:nvCxnSpPr>
          <p:cNvPr id="153" name="Conector recto de flecha 36"/>
          <p:cNvCxnSpPr/>
          <p:nvPr/>
        </p:nvCxnSpPr>
        <p:spPr>
          <a:xfrm>
            <a:off x="5276160" y="2859120"/>
            <a:ext cx="320400" cy="360"/>
          </a:xfrm>
          <a:prstGeom prst="straightConnector1">
            <a:avLst/>
          </a:prstGeom>
          <a:ln>
            <a:solidFill>
              <a:srgbClr val="000000"/>
            </a:solidFill>
            <a:round/>
            <a:tailEnd len="med" type="triangle" w="med"/>
          </a:ln>
        </p:spPr>
      </p:cxnSp>
      <p:cxnSp>
        <p:nvCxnSpPr>
          <p:cNvPr id="154" name="Conector recto de flecha 39"/>
          <p:cNvCxnSpPr/>
          <p:nvPr/>
        </p:nvCxnSpPr>
        <p:spPr>
          <a:xfrm>
            <a:off x="7191000" y="2817360"/>
            <a:ext cx="320400" cy="360"/>
          </a:xfrm>
          <a:prstGeom prst="straightConnector1">
            <a:avLst/>
          </a:prstGeom>
          <a:ln>
            <a:solidFill>
              <a:srgbClr val="000000"/>
            </a:solidFill>
            <a:round/>
            <a:tailEnd len="med" type="triangle" w="med"/>
          </a:ln>
        </p:spPr>
      </p:cxnSp>
      <p:cxnSp>
        <p:nvCxnSpPr>
          <p:cNvPr id="155" name="Conector recto de flecha 43"/>
          <p:cNvCxnSpPr/>
          <p:nvPr/>
        </p:nvCxnSpPr>
        <p:spPr>
          <a:xfrm>
            <a:off x="-4680" y="3238920"/>
            <a:ext cx="320040" cy="360"/>
          </a:xfrm>
          <a:prstGeom prst="straightConnector1">
            <a:avLst/>
          </a:prstGeom>
          <a:ln>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hasCustomPrompt="1"/>
          </p:nvPr>
        </p:nvSpPr>
        <p:spPr>
          <a:xfrm>
            <a:off x="3066120" y="188640"/>
            <a:ext cx="559584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La Atención es limitada</a:t>
            </a:r>
            <a:endParaRPr lang="es-CO" sz="3600" b="1" u="none" strike="noStrike">
              <a:solidFill>
                <a:schemeClr val="dk2"/>
              </a:solidFill>
              <a:effectLst/>
              <a:uFillTx/>
              <a:latin typeface="Calibri"/>
            </a:endParaRPr>
          </a:p>
        </p:txBody>
      </p:sp>
      <p:sp>
        <p:nvSpPr>
          <p:cNvPr id="157" name="PlaceHolder 2"/>
          <p:cNvSpPr>
            <a:spLocks noGrp="1"/>
          </p:cNvSpPr>
          <p:nvPr>
            <p:ph/>
          </p:nvPr>
        </p:nvSpPr>
        <p:spPr>
          <a:xfrm>
            <a:off x="481320" y="1690560"/>
            <a:ext cx="8181000" cy="4305240"/>
          </a:xfrm>
          <a:prstGeom prst="rect">
            <a:avLst/>
          </a:prstGeom>
          <a:noFill/>
          <a:ln w="0">
            <a:noFill/>
          </a:ln>
        </p:spPr>
        <p:txBody>
          <a:bodyPr lIns="91440" tIns="45720" rIns="91440" bIns="45720" anchor="t">
            <a:normAutofit/>
          </a:bodyPr>
          <a:p>
            <a:pPr indent="0" algn="l" defTabSz="914400">
              <a:lnSpc>
                <a:spcPct val="100000"/>
              </a:lnSpc>
              <a:spcBef>
                <a:spcPts val="479"/>
              </a:spcBef>
              <a:buNone/>
              <a:tabLst>
                <a:tab pos="0" algn="l"/>
              </a:tabLst>
            </a:pPr>
            <a:endParaRPr lang="es-CO" sz="2400" b="0" u="none" strike="noStrike">
              <a:solidFill>
                <a:schemeClr val="dk1">
                  <a:lumMod val="50000"/>
                  <a:lumOff val="50000"/>
                </a:schemeClr>
              </a:solidFill>
              <a:effectLst/>
              <a:uFillTx/>
              <a:latin typeface="Calibri"/>
            </a:endParaRPr>
          </a:p>
          <a:p>
            <a:pPr indent="0" algn="just"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La atención está sometida a un cuello de botella. De hecho solo podemos atender a una cantidad limitada de datos en un momento dado. </a:t>
            </a:r>
            <a:endParaRPr lang="es-CO" sz="2400" b="0" u="none" strike="noStrike">
              <a:solidFill>
                <a:schemeClr val="dk1">
                  <a:lumMod val="50000"/>
                  <a:lumOff val="50000"/>
                </a:schemeClr>
              </a:solidFill>
              <a:effectLst/>
              <a:uFillTx/>
              <a:latin typeface="Calibri"/>
            </a:endParaRPr>
          </a:p>
        </p:txBody>
      </p:sp>
      <p:sp>
        <p:nvSpPr>
          <p:cNvPr id="158" name="Rectángulo 4"/>
          <p:cNvSpPr/>
          <p:nvPr/>
        </p:nvSpPr>
        <p:spPr>
          <a:xfrm>
            <a:off x="2472480" y="4149000"/>
            <a:ext cx="4198680" cy="46116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s-CO" sz="2400" b="0" u="sng" strike="noStrike">
                <a:solidFill>
                  <a:schemeClr val="dk1"/>
                </a:solidFill>
                <a:effectLst/>
                <a:uFillTx/>
                <a:latin typeface="Calibri"/>
                <a:hlinkClick r:id="rId1"/>
              </a:rPr>
              <a:t>https://youtu.be/IGQmdoK_ZfY</a:t>
            </a:r>
            <a:r>
              <a:rPr lang="es-CO" sz="2400" b="0" u="none" strike="noStrike">
                <a:solidFill>
                  <a:schemeClr val="dk1"/>
                </a:solidFill>
                <a:effectLst/>
                <a:uFillTx/>
                <a:latin typeface="Calibri"/>
              </a:rPr>
              <a:t> </a:t>
            </a:r>
            <a:endParaRPr lang="es-CO"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hasCustomPrompt="1"/>
          </p:nvPr>
        </p:nvSpPr>
        <p:spPr>
          <a:xfrm>
            <a:off x="3266280" y="25200"/>
            <a:ext cx="559584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Atención resumen</a:t>
            </a:r>
            <a:endParaRPr lang="es-CO" sz="3600" b="1" u="none" strike="noStrike">
              <a:solidFill>
                <a:schemeClr val="dk2"/>
              </a:solidFill>
              <a:effectLst/>
              <a:uFillTx/>
              <a:latin typeface="Calibri"/>
            </a:endParaRPr>
          </a:p>
        </p:txBody>
      </p:sp>
      <p:sp>
        <p:nvSpPr>
          <p:cNvPr id="160" name="PlaceHolder 2"/>
          <p:cNvSpPr>
            <a:spLocks noGrp="1"/>
          </p:cNvSpPr>
          <p:nvPr>
            <p:ph/>
          </p:nvPr>
        </p:nvSpPr>
        <p:spPr>
          <a:xfrm>
            <a:off x="681480" y="1717920"/>
            <a:ext cx="8181000" cy="3109680"/>
          </a:xfrm>
          <a:prstGeom prst="rect">
            <a:avLst/>
          </a:prstGeom>
          <a:noFill/>
          <a:ln w="0">
            <a:noFill/>
          </a:ln>
        </p:spPr>
        <p:txBody>
          <a:bodyPr lIns="91440" tIns="45720" rIns="91440" bIns="45720" anchor="t">
            <a:noAutofit/>
          </a:bodyPr>
          <a:p>
            <a:pPr marL="343080" indent="-343080" algn="l" defTabSz="914400">
              <a:lnSpc>
                <a:spcPct val="100000"/>
              </a:lnSpc>
              <a:spcBef>
                <a:spcPts val="479"/>
              </a:spcBef>
              <a:buClr>
                <a:srgbClr val="1F497D"/>
              </a:buClr>
              <a:buFont typeface="Arial"/>
              <a:buChar char="•"/>
            </a:pPr>
            <a:r>
              <a:rPr lang="es-ES" sz="2400" b="0" u="none" strike="noStrike">
                <a:solidFill>
                  <a:schemeClr val="dk1">
                    <a:lumMod val="50000"/>
                    <a:lumOff val="50000"/>
                  </a:schemeClr>
                </a:solidFill>
                <a:effectLst/>
                <a:uFillTx/>
                <a:latin typeface="Calibri"/>
              </a:rPr>
              <a:t>Hemos visto hasta ahora que la atención es </a:t>
            </a:r>
            <a:endParaRPr lang="es-CO" sz="2400" b="0" u="none" strike="noStrike">
              <a:solidFill>
                <a:schemeClr val="dk1">
                  <a:lumMod val="50000"/>
                  <a:lumOff val="50000"/>
                </a:schemeClr>
              </a:solidFill>
              <a:effectLst/>
              <a:uFillTx/>
              <a:latin typeface="Calibri"/>
            </a:endParaRPr>
          </a:p>
          <a:p>
            <a:pPr marL="4572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•Un proceso cognitivo </a:t>
            </a:r>
            <a:endParaRPr lang="es-CO" sz="2400" b="0" u="none" strike="noStrike">
              <a:solidFill>
                <a:schemeClr val="dk1">
                  <a:lumMod val="50000"/>
                  <a:lumOff val="50000"/>
                </a:schemeClr>
              </a:solidFill>
              <a:effectLst/>
              <a:uFillTx/>
              <a:latin typeface="Calibri"/>
            </a:endParaRPr>
          </a:p>
          <a:p>
            <a:pPr marL="9144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•Voluntario</a:t>
            </a:r>
            <a:endParaRPr lang="es-CO" sz="2400" b="0" u="none" strike="noStrike">
              <a:solidFill>
                <a:schemeClr val="dk1">
                  <a:lumMod val="50000"/>
                  <a:lumOff val="50000"/>
                </a:schemeClr>
              </a:solidFill>
              <a:effectLst/>
              <a:uFillTx/>
              <a:latin typeface="Calibri"/>
            </a:endParaRPr>
          </a:p>
          <a:p>
            <a:pPr marL="9144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•Selectivo</a:t>
            </a:r>
            <a:endParaRPr lang="es-CO" sz="2400" b="0" u="none" strike="noStrike">
              <a:solidFill>
                <a:schemeClr val="dk1">
                  <a:lumMod val="50000"/>
                  <a:lumOff val="50000"/>
                </a:schemeClr>
              </a:solidFill>
              <a:effectLst/>
              <a:uFillTx/>
              <a:latin typeface="Calibri"/>
            </a:endParaRPr>
          </a:p>
          <a:p>
            <a:pPr marL="9144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•Con capacidad de alternancia</a:t>
            </a:r>
            <a:endParaRPr lang="es-CO" sz="2400" b="0" u="none" strike="noStrike">
              <a:solidFill>
                <a:schemeClr val="dk1">
                  <a:lumMod val="50000"/>
                  <a:lumOff val="50000"/>
                </a:schemeClr>
              </a:solidFill>
              <a:effectLst/>
              <a:uFillTx/>
              <a:latin typeface="Calibri"/>
            </a:endParaRPr>
          </a:p>
          <a:p>
            <a:pPr marL="9144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•Y limitado</a:t>
            </a: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tabLst>
                <a:tab pos="0" algn="l"/>
              </a:tabLst>
            </a:pPr>
            <a:r>
              <a:rPr lang="es-ES" sz="2400" b="0" u="none" strike="noStrike">
                <a:solidFill>
                  <a:schemeClr val="dk1">
                    <a:lumMod val="50000"/>
                    <a:lumOff val="50000"/>
                  </a:schemeClr>
                </a:solidFill>
                <a:effectLst/>
                <a:uFillTx/>
                <a:latin typeface="Calibri"/>
              </a:rPr>
              <a:t>Ahora hablemos del segundo tema: </a:t>
            </a:r>
            <a:r>
              <a:rPr lang="es-ES" sz="2400" b="1" u="none" strike="noStrike">
                <a:solidFill>
                  <a:schemeClr val="dk1">
                    <a:lumMod val="50000"/>
                    <a:lumOff val="50000"/>
                  </a:schemeClr>
                </a:solidFill>
                <a:effectLst/>
                <a:uFillTx/>
                <a:latin typeface="Calibri"/>
              </a:rPr>
              <a:t>la memoria</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hasCustomPrompt="1"/>
          </p:nvPr>
        </p:nvSpPr>
        <p:spPr>
          <a:xfrm>
            <a:off x="3420000" y="103680"/>
            <a:ext cx="559584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MEMORIA</a:t>
            </a:r>
            <a:endParaRPr lang="es-CO" sz="3600" b="1" u="none" strike="noStrike">
              <a:solidFill>
                <a:schemeClr val="dk2"/>
              </a:solidFill>
              <a:effectLst/>
              <a:uFillTx/>
              <a:latin typeface="Calibri"/>
            </a:endParaRPr>
          </a:p>
        </p:txBody>
      </p:sp>
      <p:sp>
        <p:nvSpPr>
          <p:cNvPr id="162" name="PlaceHolder 2"/>
          <p:cNvSpPr>
            <a:spLocks noGrp="1"/>
          </p:cNvSpPr>
          <p:nvPr>
            <p:ph/>
          </p:nvPr>
        </p:nvSpPr>
        <p:spPr>
          <a:xfrm>
            <a:off x="681480" y="1717920"/>
            <a:ext cx="8181000" cy="3109680"/>
          </a:xfrm>
          <a:prstGeom prst="rect">
            <a:avLst/>
          </a:prstGeom>
          <a:noFill/>
          <a:ln w="0">
            <a:noFill/>
          </a:ln>
        </p:spPr>
        <p:txBody>
          <a:bodyPr lIns="91440" tIns="45720" rIns="91440" bIns="45720" anchor="t">
            <a:normAutofit/>
          </a:bodyPr>
          <a:p>
            <a:pPr marL="343080" indent="-343080" algn="l" defTabSz="914400">
              <a:lnSpc>
                <a:spcPct val="100000"/>
              </a:lnSpc>
              <a:spcBef>
                <a:spcPts val="479"/>
              </a:spcBef>
              <a:buClr>
                <a:srgbClr val="1F497D"/>
              </a:buClr>
              <a:buFont typeface="Arial"/>
              <a:buChar char="•"/>
            </a:pPr>
            <a:r>
              <a:rPr lang="es-ES" sz="2400" b="0" u="none" strike="noStrike">
                <a:solidFill>
                  <a:schemeClr val="dk1">
                    <a:lumMod val="50000"/>
                    <a:lumOff val="50000"/>
                  </a:schemeClr>
                </a:solidFill>
                <a:effectLst/>
                <a:uFillTx/>
                <a:latin typeface="Calibri"/>
              </a:rPr>
              <a:t>Es parte fundamental en el sistema de percepción humana. </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ES" sz="2400" b="0" u="none" strike="noStrike">
                <a:solidFill>
                  <a:schemeClr val="dk1">
                    <a:lumMod val="50000"/>
                    <a:lumOff val="50000"/>
                  </a:schemeClr>
                </a:solidFill>
                <a:effectLst/>
                <a:uFillTx/>
                <a:latin typeface="Calibri"/>
              </a:rPr>
              <a:t>También se pueden identificar 3 tipos de memoria:</a:t>
            </a:r>
            <a:endParaRPr lang="es-CO" sz="2400" b="0" u="none" strike="noStrike">
              <a:solidFill>
                <a:schemeClr val="dk1">
                  <a:lumMod val="50000"/>
                  <a:lumOff val="50000"/>
                </a:schemeClr>
              </a:solidFill>
              <a:effectLst/>
              <a:uFillTx/>
              <a:latin typeface="Calibri"/>
            </a:endParaRPr>
          </a:p>
          <a:p>
            <a:pPr marL="4572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•Memoria ecoica o sensorial</a:t>
            </a:r>
            <a:endParaRPr lang="es-CO" sz="2400" b="0" u="none" strike="noStrike">
              <a:solidFill>
                <a:schemeClr val="dk1">
                  <a:lumMod val="50000"/>
                  <a:lumOff val="50000"/>
                </a:schemeClr>
              </a:solidFill>
              <a:effectLst/>
              <a:uFillTx/>
              <a:latin typeface="Calibri"/>
            </a:endParaRPr>
          </a:p>
          <a:p>
            <a:pPr marL="4572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•Memoria de trabajo o memoria de corto plazo</a:t>
            </a:r>
            <a:endParaRPr lang="es-CO" sz="2400" b="0" u="none" strike="noStrike">
              <a:solidFill>
                <a:schemeClr val="dk1">
                  <a:lumMod val="50000"/>
                  <a:lumOff val="50000"/>
                </a:schemeClr>
              </a:solidFill>
              <a:effectLst/>
              <a:uFillTx/>
              <a:latin typeface="Calibri"/>
            </a:endParaRPr>
          </a:p>
          <a:p>
            <a:pPr marL="457200"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•Memoria de largo tiempo.</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lnSpc>
                <a:spcPct val="100000"/>
              </a:lnSpc>
              <a:buNone/>
            </a:pPr>
            <a:r>
              <a:rPr lang="es-CO" sz="3600" b="1" u="none" strike="noStrike">
                <a:solidFill>
                  <a:schemeClr val="dk2"/>
                </a:solidFill>
                <a:effectLst/>
                <a:uFillTx/>
                <a:latin typeface="Calibri"/>
              </a:rPr>
              <a:t>Memoria ecoica o sensorial</a:t>
            </a:r>
            <a:endParaRPr lang="es-CO" sz="3600" b="1" u="none" strike="noStrike">
              <a:solidFill>
                <a:schemeClr val="dk2"/>
              </a:solidFill>
              <a:effectLst/>
              <a:uFillTx/>
              <a:latin typeface="Calibri"/>
            </a:endParaRPr>
          </a:p>
        </p:txBody>
      </p:sp>
      <p:sp>
        <p:nvSpPr>
          <p:cNvPr id="164" name="PlaceHolder 2"/>
          <p:cNvSpPr>
            <a:spLocks noGrp="1"/>
          </p:cNvSpPr>
          <p:nvPr>
            <p:ph/>
          </p:nvPr>
        </p:nvSpPr>
        <p:spPr>
          <a:xfrm>
            <a:off x="457200" y="1600200"/>
            <a:ext cx="8229240" cy="4525560"/>
          </a:xfrm>
          <a:prstGeom prst="rect">
            <a:avLst/>
          </a:prstGeom>
          <a:noFill/>
          <a:ln w="0">
            <a:noFill/>
          </a:ln>
        </p:spPr>
        <p:txBody>
          <a:bodyPr lIns="91440" tIns="45720" rIns="91440" bIns="45720" anchor="t">
            <a:noAutofit/>
          </a:bodyPr>
          <a:p>
            <a:pPr marL="343080" indent="-343080" algn="l" defTabSz="914400">
              <a:lnSpc>
                <a:spcPct val="100000"/>
              </a:lnSpc>
              <a:spcBef>
                <a:spcPts val="439"/>
              </a:spcBef>
              <a:buClr>
                <a:srgbClr val="1F497D"/>
              </a:buClr>
              <a:buFont typeface="Arial"/>
              <a:buChar char="•"/>
            </a:pPr>
            <a:r>
              <a:rPr lang="es-CO" sz="2200" b="0" u="none" strike="noStrike">
                <a:solidFill>
                  <a:schemeClr val="dk1">
                    <a:lumMod val="50000"/>
                    <a:lumOff val="50000"/>
                  </a:schemeClr>
                </a:solidFill>
                <a:effectLst/>
                <a:uFillTx/>
                <a:latin typeface="Calibri"/>
              </a:rPr>
              <a:t>La memoria ecoica es uno de los registros de la memoria sensorial. Concretamente, se trata de un componente de la memoria a corto plazo encargado de retener información auditiva.</a:t>
            </a:r>
            <a:endParaRPr lang="es-CO" sz="2200" b="0" u="none" strike="noStrike">
              <a:solidFill>
                <a:schemeClr val="dk1">
                  <a:lumMod val="50000"/>
                  <a:lumOff val="50000"/>
                </a:schemeClr>
              </a:solidFill>
              <a:effectLst/>
              <a:uFillTx/>
              <a:latin typeface="Calibri"/>
            </a:endParaRPr>
          </a:p>
        </p:txBody>
      </p:sp>
      <p:sp>
        <p:nvSpPr>
          <p:cNvPr id="165" name="PlaceHolder 3"/>
          <p:cNvSpPr>
            <a:spLocks noGrp="1"/>
          </p:cNvSpPr>
          <p:nvPr>
            <p:ph type="dt" idx="40"/>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3E1DC2F8-ABD6-4605-9766-27E65273E67F}"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166" name="PlaceHolder 4"/>
          <p:cNvSpPr>
            <a:spLocks noGrp="1"/>
          </p:cNvSpPr>
          <p:nvPr>
            <p:ph type="ftr" idx="41"/>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Juliana M. Fernández A.</a:t>
            </a:r>
            <a:endParaRPr lang="es-CO" sz="1200" b="0" u="none" strike="noStrike">
              <a:solidFill>
                <a:srgbClr val="000000"/>
              </a:solidFill>
              <a:effectLst/>
              <a:uFillTx/>
              <a:latin typeface="Times New Roman"/>
            </a:endParaRPr>
          </a:p>
        </p:txBody>
      </p:sp>
      <p:sp>
        <p:nvSpPr>
          <p:cNvPr id="167" name="PlaceHolder 5"/>
          <p:cNvSpPr>
            <a:spLocks noGrp="1"/>
          </p:cNvSpPr>
          <p:nvPr>
            <p:ph type="sldNum" idx="42"/>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A6470087-AAFF-476B-83D2-62BAD1B976EA}" type="slidenum">
              <a:rPr lang="es-CO" sz="1200" b="1" u="none" strike="noStrike">
                <a:solidFill>
                  <a:srgbClr val="DDD9C3"/>
                </a:solidFill>
                <a:effectLst/>
                <a:uFillTx/>
                <a:latin typeface="Calibri"/>
              </a:rPr>
              <a:t>27</a:t>
            </a:fld>
            <a:endParaRPr lang="es-CO" sz="1200" b="0" u="none" strike="noStrike">
              <a:solidFill>
                <a:srgbClr val="000000"/>
              </a:solidFill>
              <a:effectLst/>
              <a:uFillTx/>
              <a:latin typeface="Times New Roman"/>
            </a:endParaRPr>
          </a:p>
        </p:txBody>
      </p:sp>
      <p:sp>
        <p:nvSpPr>
          <p:cNvPr id="168" name="Rectángulo 7"/>
          <p:cNvSpPr/>
          <p:nvPr/>
        </p:nvSpPr>
        <p:spPr>
          <a:xfrm>
            <a:off x="3056040" y="5769360"/>
            <a:ext cx="3031200" cy="36900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s-CO" sz="1800" b="0" u="sng" strike="noStrike">
                <a:solidFill>
                  <a:schemeClr val="dk1"/>
                </a:solidFill>
                <a:effectLst/>
                <a:uFillTx/>
                <a:latin typeface="Calibri"/>
                <a:hlinkClick r:id="rId1"/>
              </a:rPr>
              <a:t>https://youtu.be/1Yqj76Q4jJ4</a:t>
            </a:r>
            <a:r>
              <a:rPr lang="es-CO" sz="1800" b="0" u="none" strike="noStrike">
                <a:solidFill>
                  <a:schemeClr val="dk1"/>
                </a:solidFill>
                <a:effectLst/>
                <a:uFillTx/>
                <a:latin typeface="Calibri"/>
              </a:rPr>
              <a:t> </a:t>
            </a:r>
            <a:endParaRPr lang="es-CO" sz="1800" b="0" u="none" strike="noStrike">
              <a:solidFill>
                <a:srgbClr val="000000"/>
              </a:solidFill>
              <a:effectLst/>
              <a:uFillTx/>
              <a:latin typeface="Arial"/>
            </a:endParaRPr>
          </a:p>
        </p:txBody>
      </p:sp>
      <p:pic>
        <p:nvPicPr>
          <p:cNvPr id="169" name="Picture 2" descr="Resultado de imagen para simon game"/>
          <p:cNvPicPr/>
          <p:nvPr/>
        </p:nvPicPr>
        <p:blipFill>
          <a:blip r:embed="rId2"/>
          <a:stretch/>
        </p:blipFill>
        <p:spPr>
          <a:xfrm>
            <a:off x="3325680" y="2819880"/>
            <a:ext cx="2492640" cy="249264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hasCustomPrompt="1"/>
          </p:nvPr>
        </p:nvSpPr>
        <p:spPr>
          <a:xfrm>
            <a:off x="681480" y="0"/>
            <a:ext cx="7881840" cy="131832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Memoria de Trabajo</a:t>
            </a:r>
            <a:endParaRPr lang="es-CO" sz="3600" b="1" u="none" strike="noStrike">
              <a:solidFill>
                <a:schemeClr val="dk2"/>
              </a:solidFill>
              <a:effectLst/>
              <a:uFillTx/>
              <a:latin typeface="Calibri"/>
            </a:endParaRPr>
          </a:p>
        </p:txBody>
      </p:sp>
      <p:sp>
        <p:nvSpPr>
          <p:cNvPr id="171" name="PlaceHolder 2"/>
          <p:cNvSpPr>
            <a:spLocks noGrp="1"/>
          </p:cNvSpPr>
          <p:nvPr>
            <p:ph/>
          </p:nvPr>
        </p:nvSpPr>
        <p:spPr>
          <a:xfrm>
            <a:off x="461520" y="1318680"/>
            <a:ext cx="8382960" cy="5222160"/>
          </a:xfrm>
          <a:prstGeom prst="rect">
            <a:avLst/>
          </a:prstGeom>
          <a:noFill/>
          <a:ln w="0">
            <a:noFill/>
          </a:ln>
        </p:spPr>
        <p:txBody>
          <a:bodyPr lIns="91440" tIns="45720" rIns="91440" bIns="45720" anchor="t">
            <a:normAutofit fontScale="92500" lnSpcReduction="9999"/>
          </a:bodyPr>
          <a:p>
            <a:pPr marL="343080" indent="-343080" algn="just"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En los años 50s un sicólogo de nombre George Miller descubrió que las personas pueden almacenar 7±2 bloques de datos en la memoria de trabajo. Estos bloques pueden ser de cualquier tipo: letras, palabras, frases, formas, colores.</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Esto se traduce en el hecho que si en un momento dado hay mas de 7 más o menos 2 bloques de datos en la memoria de trabajo sea necesario convertirlo a memoria de largo tiempo o desecharlo y por consiguiente se olvida.</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Hay una discusión reciente que reduce el número de bloques y le da más relevancia al tiempo de almacenamiento de la memoria de corto término para limitar la cantidad de información.</a:t>
            </a:r>
            <a:endParaRPr lang="es-CO" sz="22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Pero lo que si es claro es que si se </a:t>
            </a:r>
            <a:r>
              <a:rPr lang="es-ES" sz="2200" b="0" u="sng" strike="noStrike">
                <a:solidFill>
                  <a:schemeClr val="dk1">
                    <a:lumMod val="50000"/>
                    <a:lumOff val="50000"/>
                  </a:schemeClr>
                </a:solidFill>
                <a:effectLst/>
                <a:uFillTx/>
                <a:latin typeface="Calibri"/>
              </a:rPr>
              <a:t>agrupan los datos se incrementa la capacidad de almacenamiento</a:t>
            </a:r>
            <a:r>
              <a:rPr lang="es-ES" sz="2200" b="0" u="none" strike="noStrike">
                <a:solidFill>
                  <a:schemeClr val="dk1">
                    <a:lumMod val="50000"/>
                    <a:lumOff val="50000"/>
                  </a:schemeClr>
                </a:solidFill>
                <a:effectLst/>
                <a:uFillTx/>
                <a:latin typeface="Calibri"/>
              </a:rPr>
              <a:t>.</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hasCustomPrompt="1"/>
          </p:nvPr>
        </p:nvSpPr>
        <p:spPr>
          <a:xfrm>
            <a:off x="1836360" y="34560"/>
            <a:ext cx="7307280" cy="1325160"/>
          </a:xfrm>
          <a:prstGeom prst="rect">
            <a:avLst/>
          </a:prstGeom>
          <a:noFill/>
          <a:ln w="0">
            <a:noFill/>
          </a:ln>
        </p:spPr>
        <p:txBody>
          <a:bodyPr lIns="91440" tIns="45720" rIns="91440" bIns="45720" anchor="ctr">
            <a:noAutofit/>
          </a:bodyPr>
          <a:p>
            <a:pPr indent="0" algn="r" defTabSz="914400">
              <a:lnSpc>
                <a:spcPct val="100000"/>
              </a:lnSpc>
              <a:buNone/>
            </a:pPr>
            <a:r>
              <a:rPr lang="es-ES" sz="3600" b="1" u="none" strike="noStrike">
                <a:solidFill>
                  <a:schemeClr val="dk2"/>
                </a:solidFill>
                <a:effectLst/>
                <a:uFillTx/>
                <a:latin typeface="Calibri"/>
              </a:rPr>
              <a:t>Envergadura de la Memoria Experimento</a:t>
            </a:r>
            <a:endParaRPr lang="es-CO" sz="3600" b="1" u="none" strike="noStrike">
              <a:solidFill>
                <a:schemeClr val="dk2"/>
              </a:solidFill>
              <a:effectLst/>
              <a:uFillTx/>
              <a:latin typeface="Calibri"/>
            </a:endParaRPr>
          </a:p>
        </p:txBody>
      </p:sp>
      <p:sp>
        <p:nvSpPr>
          <p:cNvPr id="173" name="PlaceHolder 2"/>
          <p:cNvSpPr>
            <a:spLocks noGrp="1"/>
          </p:cNvSpPr>
          <p:nvPr>
            <p:ph/>
          </p:nvPr>
        </p:nvSpPr>
        <p:spPr>
          <a:xfrm>
            <a:off x="1332000" y="1521720"/>
            <a:ext cx="7495200" cy="4381920"/>
          </a:xfrm>
          <a:prstGeom prst="rect">
            <a:avLst/>
          </a:prstGeom>
          <a:noFill/>
          <a:ln w="0">
            <a:noFill/>
          </a:ln>
        </p:spPr>
        <p:txBody>
          <a:bodyPr lIns="91440" tIns="45720" rIns="91440" bIns="45720" anchor="t">
            <a:normAutofit/>
          </a:bodyPr>
          <a:p>
            <a:pPr marL="343080" indent="-343080" algn="just"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Este experimento es similar al propuesto por Miller para establecer la envergadura de la memoria de corto tiempo.</a:t>
            </a:r>
            <a:endParaRPr lang="es-CO" sz="2200" b="0" u="none" strike="noStrike">
              <a:solidFill>
                <a:schemeClr val="dk1">
                  <a:lumMod val="50000"/>
                  <a:lumOff val="50000"/>
                </a:schemeClr>
              </a:solidFill>
              <a:effectLst/>
              <a:uFillTx/>
              <a:latin typeface="Calibri"/>
            </a:endParaRPr>
          </a:p>
          <a:p>
            <a:pPr indent="0" algn="just"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La idea es que lea cada línea, cierre los ojos y trate de repetir los dígitos en la línea. Si se equivoca en dos líneas seguidas su longitud de memoria será el número de dígitos de la última línea sin errores.</a:t>
            </a:r>
            <a:endParaRPr lang="es-CO" sz="2200" b="0" u="none" strike="noStrike">
              <a:solidFill>
                <a:schemeClr val="dk1">
                  <a:lumMod val="50000"/>
                  <a:lumOff val="50000"/>
                </a:schemeClr>
              </a:solidFill>
              <a:effectLst/>
              <a:uFillTx/>
              <a:latin typeface="Calibri"/>
            </a:endParaRPr>
          </a:p>
          <a:p>
            <a:pPr indent="0" algn="just"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marL="343080" indent="-343080" algn="just"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Una vez realice el experimento con dígitos trate de agruparlos, por ejemplo en vez de usar 8-7-0-4 (ocho, siete, cero, cuatro) para la primera línea use 87-04 (ochenta y siete, cerocuatro). Como le fue?</a:t>
            </a:r>
            <a:endParaRPr lang="es-CO" sz="2200" b="0" u="none" strike="noStrike">
              <a:solidFill>
                <a:schemeClr val="dk1">
                  <a:lumMod val="50000"/>
                  <a:lumOff val="50000"/>
                </a:schemeClr>
              </a:solidFill>
              <a:effectLst/>
              <a:uFillTx/>
              <a:latin typeface="Calibri"/>
            </a:endParaRPr>
          </a:p>
        </p:txBody>
      </p:sp>
      <p:sp>
        <p:nvSpPr>
          <p:cNvPr id="174" name="Rectángulo 3"/>
          <p:cNvSpPr/>
          <p:nvPr/>
        </p:nvSpPr>
        <p:spPr>
          <a:xfrm>
            <a:off x="72720" y="1050480"/>
            <a:ext cx="1763280" cy="53240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2000" b="0" u="none" strike="noStrike">
                <a:solidFill>
                  <a:srgbClr val="000000"/>
                </a:solidFill>
                <a:effectLst/>
                <a:uFillTx/>
                <a:latin typeface="Calibri"/>
              </a:rPr>
              <a:t>8704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2193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3172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57301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02943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73619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659420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402586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542173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6849173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7931684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3617458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2761508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81042963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07239861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578149306 </a:t>
            </a:r>
            <a:endParaRPr lang="es-CO" sz="2000" b="0" u="none" strike="noStrike">
              <a:solidFill>
                <a:srgbClr val="000000"/>
              </a:solidFill>
              <a:effectLst/>
              <a:uFillTx/>
              <a:latin typeface="Arial"/>
            </a:endParaRPr>
          </a:p>
          <a:p>
            <a:pPr defTabSz="914400">
              <a:lnSpc>
                <a:spcPct val="100000"/>
              </a:lnSpc>
            </a:pPr>
            <a:r>
              <a:rPr lang="es-ES" sz="2000" b="0" u="none" strike="noStrike">
                <a:solidFill>
                  <a:srgbClr val="000000"/>
                </a:solidFill>
                <a:effectLst/>
                <a:uFillTx/>
                <a:latin typeface="Calibri"/>
              </a:rPr>
              <a:t>293486701 </a:t>
            </a:r>
            <a:endParaRPr lang="es-CO"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hasCustomPrompt="1"/>
          </p:nvPr>
        </p:nvSpPr>
        <p:spPr>
          <a:xfrm>
            <a:off x="1979640" y="188640"/>
            <a:ext cx="688716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a:t>
            </a:r>
            <a:br>
              <a:rPr sz="3600"/>
            </a:br>
            <a:r>
              <a:rPr lang="es-ES" sz="3600" b="1" u="none" strike="noStrike">
                <a:solidFill>
                  <a:schemeClr val="dk2"/>
                </a:solidFill>
                <a:effectLst/>
                <a:uFillTx/>
                <a:latin typeface="Calibri"/>
              </a:rPr>
              <a:t>Efectos de primacía y de lo reciente</a:t>
            </a:r>
            <a:endParaRPr lang="es-CO" sz="3600" b="1" u="none" strike="noStrike">
              <a:solidFill>
                <a:schemeClr val="dk2"/>
              </a:solidFill>
              <a:effectLst/>
              <a:uFillTx/>
              <a:latin typeface="Calibri"/>
            </a:endParaRPr>
          </a:p>
        </p:txBody>
      </p:sp>
      <p:sp>
        <p:nvSpPr>
          <p:cNvPr id="176"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marL="343080" indent="-343080" algn="l" defTabSz="914400">
              <a:lnSpc>
                <a:spcPct val="100000"/>
              </a:lnSpc>
              <a:spcBef>
                <a:spcPts val="479"/>
              </a:spcBef>
              <a:buClr>
                <a:srgbClr val="1F497D"/>
              </a:buClr>
              <a:buFont typeface="Arial"/>
              <a:buChar char="•"/>
            </a:pPr>
            <a:r>
              <a:rPr lang="es-ES" sz="2400" b="1" i="1" u="none" strike="noStrike">
                <a:solidFill>
                  <a:schemeClr val="dk1">
                    <a:lumMod val="50000"/>
                    <a:lumOff val="50000"/>
                  </a:schemeClr>
                </a:solidFill>
                <a:effectLst/>
                <a:uFillTx/>
                <a:latin typeface="Calibri"/>
              </a:rPr>
              <a:t>Efecto de primacía</a:t>
            </a:r>
            <a:r>
              <a:rPr lang="es-ES" sz="2400" b="0" u="none" strike="noStrike">
                <a:solidFill>
                  <a:schemeClr val="dk1">
                    <a:lumMod val="50000"/>
                    <a:lumOff val="50000"/>
                  </a:schemeClr>
                </a:solidFill>
                <a:effectLst/>
                <a:uFillTx/>
                <a:latin typeface="Calibri"/>
              </a:rPr>
              <a:t>: habla que los primeros objetos en una serie se recuerdan mejor. Este efecto se explica por tener una fortaleza en la codificación de los primeros objetos.</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ES" sz="2400" b="1" i="1" u="none" strike="noStrike">
                <a:solidFill>
                  <a:schemeClr val="dk1">
                    <a:lumMod val="50000"/>
                    <a:lumOff val="50000"/>
                  </a:schemeClr>
                </a:solidFill>
                <a:effectLst/>
                <a:uFillTx/>
                <a:latin typeface="Calibri"/>
              </a:rPr>
              <a:t>Efecto de lo reciente</a:t>
            </a:r>
            <a:r>
              <a:rPr lang="es-ES" sz="2400" b="0" u="none" strike="noStrike">
                <a:solidFill>
                  <a:schemeClr val="dk1">
                    <a:lumMod val="50000"/>
                    <a:lumOff val="50000"/>
                  </a:schemeClr>
                </a:solidFill>
                <a:effectLst/>
                <a:uFillTx/>
                <a:latin typeface="Calibri"/>
              </a:rPr>
              <a:t>: los últimos objetos se recuerdan mejor. Este efecto se explica por las limitaciones de la memoria de trabajo.</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hasCustomPrompt="1"/>
          </p:nvPr>
        </p:nvSpPr>
        <p:spPr>
          <a:xfrm>
            <a:off x="3547800" y="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 y olvido</a:t>
            </a:r>
            <a:endParaRPr lang="es-CO" sz="3600" b="1" u="none" strike="noStrike">
              <a:solidFill>
                <a:schemeClr val="dk2"/>
              </a:solidFill>
              <a:effectLst/>
              <a:uFillTx/>
              <a:latin typeface="Calibri"/>
            </a:endParaRPr>
          </a:p>
        </p:txBody>
      </p:sp>
      <p:sp>
        <p:nvSpPr>
          <p:cNvPr id="178"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El tiempo de vida media de los datos en la memoria de trabajo es de aproximadamente 4 a 5 segundos. </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tabLst>
                <a:tab pos="0" algn="l"/>
              </a:tabLst>
            </a:pP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tabLst>
                <a:tab pos="0" algn="l"/>
              </a:tabLst>
            </a:pPr>
            <a:r>
              <a:rPr lang="es-ES" sz="2400" b="1" u="none" strike="noStrike">
                <a:solidFill>
                  <a:schemeClr val="dk1">
                    <a:lumMod val="50000"/>
                    <a:lumOff val="50000"/>
                  </a:schemeClr>
                </a:solidFill>
                <a:effectLst/>
                <a:uFillTx/>
                <a:latin typeface="Calibri"/>
              </a:rPr>
              <a:t>Los elementos que están en la memoria de trabajo se olvidarán si no son ensayados o repetidos. </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hasCustomPrompt="1"/>
          </p:nvPr>
        </p:nvSpPr>
        <p:spPr>
          <a:xfrm>
            <a:off x="3545280" y="11664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 Distribución de la Memoria de Trabajo</a:t>
            </a:r>
            <a:endParaRPr lang="es-CO" sz="3600" b="1" u="none" strike="noStrike">
              <a:solidFill>
                <a:schemeClr val="dk2"/>
              </a:solidFill>
              <a:effectLst/>
              <a:uFillTx/>
              <a:latin typeface="Calibri"/>
            </a:endParaRPr>
          </a:p>
        </p:txBody>
      </p:sp>
      <p:sp>
        <p:nvSpPr>
          <p:cNvPr id="180"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indent="0" algn="just"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Dado que la memoria de trabajo es limitada en capacidad, podemos expandirla usando representaciones y artefactos externos, y así poder liberar más memoria para el procesamiento activo. </a:t>
            </a:r>
            <a:endParaRPr lang="es-CO" sz="2400" b="0" u="none" strike="noStrike">
              <a:solidFill>
                <a:schemeClr val="dk1">
                  <a:lumMod val="50000"/>
                  <a:lumOff val="50000"/>
                </a:schemeClr>
              </a:solidFill>
              <a:effectLst/>
              <a:uFillTx/>
              <a:latin typeface="Calibri"/>
            </a:endParaRPr>
          </a:p>
          <a:p>
            <a:pPr indent="0" algn="just" defTabSz="914400">
              <a:lnSpc>
                <a:spcPct val="100000"/>
              </a:lnSpc>
              <a:spcBef>
                <a:spcPts val="479"/>
              </a:spcBef>
              <a:buNone/>
              <a:tabLst>
                <a:tab pos="0" algn="l"/>
              </a:tabLst>
            </a:pPr>
            <a:endParaRPr lang="es-CO" sz="2400" b="0" u="none" strike="noStrike">
              <a:solidFill>
                <a:schemeClr val="dk1">
                  <a:lumMod val="50000"/>
                  <a:lumOff val="50000"/>
                </a:schemeClr>
              </a:solidFill>
              <a:effectLst/>
              <a:uFillTx/>
              <a:latin typeface="Calibri"/>
            </a:endParaRPr>
          </a:p>
          <a:p>
            <a:pPr indent="0" algn="just"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El fin último del diseño de interfaces es crearlas de tal manera que no agreguen carga cognitiva al usuario, y que sean capaces de suministrar la mayor cantidad de información posible.</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Rectángulo 1"/>
          <p:cNvSpPr/>
          <p:nvPr/>
        </p:nvSpPr>
        <p:spPr>
          <a:xfrm>
            <a:off x="210960" y="5258880"/>
            <a:ext cx="8774280" cy="9536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1400" b="0" u="none" strike="noStrike">
                <a:solidFill>
                  <a:srgbClr val="000000"/>
                </a:solidFill>
                <a:effectLst/>
                <a:uFillTx/>
                <a:latin typeface="Arial"/>
              </a:rPr>
              <a:t>Nótese que el ciclo articulatorio es “la voz interior” que usamos para repetir información mentalmente. Nuestra memoria de trabajo verbal está limitada a 4.5 segundos. Por consiguiente podemos recordar mayor número de palabras cortas que largas.</a:t>
            </a:r>
            <a:endParaRPr lang="es-CO" sz="1400" b="0" u="none" strike="noStrike">
              <a:solidFill>
                <a:srgbClr val="000000"/>
              </a:solidFill>
              <a:effectLst/>
              <a:uFillTx/>
              <a:latin typeface="Arial"/>
            </a:endParaRPr>
          </a:p>
          <a:p>
            <a:pPr algn="ctr" defTabSz="914400">
              <a:lnSpc>
                <a:spcPct val="100000"/>
              </a:lnSpc>
            </a:pPr>
            <a:r>
              <a:rPr lang="es-ES" sz="1400" b="0" u="none" strike="noStrike">
                <a:solidFill>
                  <a:srgbClr val="000000"/>
                </a:solidFill>
                <a:effectLst/>
                <a:uFillTx/>
                <a:latin typeface="Arial"/>
              </a:rPr>
              <a:t>La memoria de trabajo externa está representada por elementos físicos</a:t>
            </a:r>
            <a:endParaRPr lang="es-CO" sz="1400" b="0" u="none" strike="noStrike">
              <a:solidFill>
                <a:srgbClr val="000000"/>
              </a:solidFill>
              <a:effectLst/>
              <a:uFillTx/>
              <a:latin typeface="Arial"/>
            </a:endParaRPr>
          </a:p>
        </p:txBody>
      </p:sp>
      <p:sp>
        <p:nvSpPr>
          <p:cNvPr id="182" name="Rectángulo redondeado 2"/>
          <p:cNvSpPr/>
          <p:nvPr/>
        </p:nvSpPr>
        <p:spPr>
          <a:xfrm>
            <a:off x="3061440" y="351720"/>
            <a:ext cx="3303720" cy="537120"/>
          </a:xfrm>
          <a:prstGeom prst="roundRect">
            <a:avLst>
              <a:gd name="adj" fmla="val 16667"/>
            </a:avLst>
          </a:prstGeom>
          <a:solidFill>
            <a:schemeClr val="accent1">
              <a:lumMod val="20000"/>
              <a:lumOff val="8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700" b="1" u="none" strike="noStrike">
                <a:solidFill>
                  <a:schemeClr val="dk1"/>
                </a:solidFill>
                <a:effectLst/>
                <a:uFillTx/>
                <a:latin typeface="Calibri"/>
              </a:rPr>
              <a:t>CONTROL CENTRAL</a:t>
            </a:r>
            <a:endParaRPr lang="es-CO" sz="2700" b="0" u="none" strike="noStrike">
              <a:solidFill>
                <a:srgbClr val="000000"/>
              </a:solidFill>
              <a:effectLst/>
              <a:uFillTx/>
              <a:latin typeface="Arial"/>
            </a:endParaRPr>
          </a:p>
        </p:txBody>
      </p:sp>
      <p:sp>
        <p:nvSpPr>
          <p:cNvPr id="183" name="Rectángulo redondeado 3"/>
          <p:cNvSpPr/>
          <p:nvPr/>
        </p:nvSpPr>
        <p:spPr>
          <a:xfrm>
            <a:off x="6616080" y="1068120"/>
            <a:ext cx="1810800" cy="514440"/>
          </a:xfrm>
          <a:prstGeom prst="roundRect">
            <a:avLst>
              <a:gd name="adj" fmla="val 16667"/>
            </a:avLst>
          </a:prstGeom>
          <a:solidFill>
            <a:schemeClr val="accent6">
              <a:lumMod val="40000"/>
              <a:lumOff val="6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300" b="0" u="none" strike="noStrike">
                <a:solidFill>
                  <a:schemeClr val="dk1"/>
                </a:solidFill>
                <a:effectLst/>
                <a:uFillTx/>
                <a:latin typeface="Calibri"/>
              </a:rPr>
              <a:t>Cognición</a:t>
            </a:r>
            <a:endParaRPr lang="es-CO" sz="2300" b="0" u="none" strike="noStrike">
              <a:solidFill>
                <a:srgbClr val="000000"/>
              </a:solidFill>
              <a:effectLst/>
              <a:uFillTx/>
              <a:latin typeface="Arial"/>
            </a:endParaRPr>
          </a:p>
        </p:txBody>
      </p:sp>
      <p:cxnSp>
        <p:nvCxnSpPr>
          <p:cNvPr id="184" name="Conector recto de flecha 4"/>
          <p:cNvCxnSpPr/>
          <p:nvPr/>
        </p:nvCxnSpPr>
        <p:spPr>
          <a:xfrm>
            <a:off x="2148840" y="1563480"/>
            <a:ext cx="5760" cy="1179720"/>
          </a:xfrm>
          <a:prstGeom prst="straightConnector1">
            <a:avLst/>
          </a:prstGeom>
          <a:ln w="38100">
            <a:solidFill>
              <a:srgbClr val="000000"/>
            </a:solidFill>
            <a:round/>
            <a:tailEnd len="med" type="triangle" w="med"/>
          </a:ln>
        </p:spPr>
      </p:cxnSp>
      <p:sp>
        <p:nvSpPr>
          <p:cNvPr id="185" name="Rectángulo redondeado 5"/>
          <p:cNvSpPr/>
          <p:nvPr/>
        </p:nvSpPr>
        <p:spPr>
          <a:xfrm>
            <a:off x="1250280" y="1199160"/>
            <a:ext cx="1810800" cy="514440"/>
          </a:xfrm>
          <a:prstGeom prst="roundRect">
            <a:avLst>
              <a:gd name="adj" fmla="val 16667"/>
            </a:avLst>
          </a:prstGeom>
          <a:solidFill>
            <a:schemeClr val="accent4">
              <a:lumMod val="60000"/>
              <a:lumOff val="40000"/>
            </a:schemeClr>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300" b="0" u="none" strike="noStrike">
                <a:solidFill>
                  <a:schemeClr val="dk1"/>
                </a:solidFill>
                <a:effectLst/>
                <a:uFillTx/>
                <a:latin typeface="Calibri"/>
              </a:rPr>
              <a:t>Percepción</a:t>
            </a:r>
            <a:endParaRPr lang="es-CO" sz="2300" b="0" u="none" strike="noStrike">
              <a:solidFill>
                <a:srgbClr val="000000"/>
              </a:solidFill>
              <a:effectLst/>
              <a:uFillTx/>
              <a:latin typeface="Arial"/>
            </a:endParaRPr>
          </a:p>
        </p:txBody>
      </p:sp>
      <p:sp>
        <p:nvSpPr>
          <p:cNvPr id="186" name="Triángulo rectángulo 6"/>
          <p:cNvSpPr/>
          <p:nvPr/>
        </p:nvSpPr>
        <p:spPr>
          <a:xfrm>
            <a:off x="439920" y="2210400"/>
            <a:ext cx="3892320" cy="1636920"/>
          </a:xfrm>
          <a:prstGeom prst="rtTriangle">
            <a:avLst/>
          </a:prstGeom>
          <a:solidFill>
            <a:schemeClr val="accent4">
              <a:lumMod val="60000"/>
              <a:lumOff val="40000"/>
            </a:schemeClr>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1800" b="0" u="none" strike="noStrike">
                <a:solidFill>
                  <a:schemeClr val="dk1"/>
                </a:solidFill>
                <a:effectLst/>
                <a:uFillTx/>
                <a:latin typeface="Calibri"/>
              </a:rPr>
              <a:t>Representaciones visuales y espaciales</a:t>
            </a:r>
            <a:endParaRPr lang="es-CO" sz="1800" b="0" u="none" strike="noStrike">
              <a:solidFill>
                <a:srgbClr val="000000"/>
              </a:solidFill>
              <a:effectLst/>
              <a:uFillTx/>
              <a:latin typeface="Arial"/>
            </a:endParaRPr>
          </a:p>
        </p:txBody>
      </p:sp>
      <p:sp>
        <p:nvSpPr>
          <p:cNvPr id="187" name="Triángulo rectángulo 9"/>
          <p:cNvSpPr/>
          <p:nvPr/>
        </p:nvSpPr>
        <p:spPr>
          <a:xfrm>
            <a:off x="5364000" y="1758600"/>
            <a:ext cx="3621240" cy="2235600"/>
          </a:xfrm>
          <a:prstGeom prst="rtTriangle">
            <a:avLst/>
          </a:prstGeom>
          <a:solidFill>
            <a:schemeClr val="accent6">
              <a:lumMod val="40000"/>
              <a:lumOff val="60000"/>
            </a:schemeClr>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1800" b="0" u="none" strike="noStrike">
                <a:solidFill>
                  <a:schemeClr val="dk1"/>
                </a:solidFill>
                <a:effectLst/>
                <a:uFillTx/>
                <a:latin typeface="Calibri"/>
              </a:rPr>
              <a:t>Circuito articulatorio y almacenamiento visual y espacial</a:t>
            </a:r>
            <a:endParaRPr lang="es-CO" sz="1800" b="0" u="none" strike="noStrike">
              <a:solidFill>
                <a:srgbClr val="000000"/>
              </a:solidFill>
              <a:effectLst/>
              <a:uFillTx/>
              <a:latin typeface="Arial"/>
            </a:endParaRPr>
          </a:p>
        </p:txBody>
      </p:sp>
      <p:cxnSp>
        <p:nvCxnSpPr>
          <p:cNvPr id="188" name="Conector recto de flecha 10"/>
          <p:cNvCxnSpPr/>
          <p:nvPr/>
        </p:nvCxnSpPr>
        <p:spPr>
          <a:xfrm flipH="1">
            <a:off x="2074680" y="702000"/>
            <a:ext cx="987120" cy="523440"/>
          </a:xfrm>
          <a:prstGeom prst="straightConnector1">
            <a:avLst/>
          </a:prstGeom>
          <a:ln w="38100">
            <a:solidFill>
              <a:srgbClr val="000000"/>
            </a:solidFill>
            <a:round/>
            <a:tailEnd len="med" type="triangle" w="med"/>
          </a:ln>
        </p:spPr>
      </p:cxnSp>
      <p:cxnSp>
        <p:nvCxnSpPr>
          <p:cNvPr id="189" name="Conector recto de flecha 16"/>
          <p:cNvCxnSpPr/>
          <p:nvPr/>
        </p:nvCxnSpPr>
        <p:spPr>
          <a:xfrm flipH="1">
            <a:off x="7521480" y="1659960"/>
            <a:ext cx="9000" cy="1402560"/>
          </a:xfrm>
          <a:prstGeom prst="straightConnector1">
            <a:avLst/>
          </a:prstGeom>
          <a:ln w="38100">
            <a:solidFill>
              <a:srgbClr val="000000"/>
            </a:solidFill>
            <a:round/>
            <a:tailEnd len="med" type="triangle" w="med"/>
          </a:ln>
        </p:spPr>
      </p:cxnSp>
      <p:cxnSp>
        <p:nvCxnSpPr>
          <p:cNvPr id="190" name="Conector recto de flecha 17"/>
          <p:cNvCxnSpPr/>
          <p:nvPr/>
        </p:nvCxnSpPr>
        <p:spPr>
          <a:xfrm>
            <a:off x="6365520" y="620640"/>
            <a:ext cx="905760" cy="432000"/>
          </a:xfrm>
          <a:prstGeom prst="straightConnector1">
            <a:avLst/>
          </a:prstGeom>
          <a:ln w="38100">
            <a:solidFill>
              <a:srgbClr val="000000"/>
            </a:solidFill>
            <a:round/>
            <a:tailEnd len="med" type="triangle" w="med"/>
          </a:ln>
        </p:spPr>
      </p:cxnSp>
      <p:sp>
        <p:nvSpPr>
          <p:cNvPr id="191" name="Rectángulo redondeado 20"/>
          <p:cNvSpPr/>
          <p:nvPr/>
        </p:nvSpPr>
        <p:spPr>
          <a:xfrm>
            <a:off x="2247480" y="4437000"/>
            <a:ext cx="4870440" cy="671040"/>
          </a:xfrm>
          <a:prstGeom prst="roundRect">
            <a:avLst>
              <a:gd name="adj" fmla="val 16667"/>
            </a:avLst>
          </a:prstGeom>
          <a:solidFill>
            <a:srgbClr val="83289C"/>
          </a:solidFill>
          <a:ln>
            <a:solidFill>
              <a:srgbClr val="4F81BD">
                <a:lumMod val="20000"/>
                <a:lumOff val="80000"/>
              </a:srgbClr>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es-ES" sz="2700" b="1" u="none" strike="noStrike">
                <a:solidFill>
                  <a:schemeClr val="lt1"/>
                </a:solidFill>
                <a:effectLst/>
                <a:uFillTx/>
                <a:latin typeface="Calibri"/>
              </a:rPr>
              <a:t>Memoria de trabajo distribuida</a:t>
            </a:r>
            <a:endParaRPr lang="es-CO" sz="2700" b="0" u="none" strike="noStrike">
              <a:solidFill>
                <a:srgbClr val="FFFFFF"/>
              </a:solidFill>
              <a:effectLst/>
              <a:uFillTx/>
              <a:latin typeface="Arial"/>
            </a:endParaRPr>
          </a:p>
        </p:txBody>
      </p:sp>
      <p:sp>
        <p:nvSpPr>
          <p:cNvPr id="192" name="Rectángulo 21"/>
          <p:cNvSpPr/>
          <p:nvPr/>
        </p:nvSpPr>
        <p:spPr>
          <a:xfrm>
            <a:off x="2391120" y="2419920"/>
            <a:ext cx="1940760" cy="645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dk1"/>
                </a:solidFill>
                <a:effectLst/>
                <a:uFillTx/>
                <a:latin typeface="Calibri"/>
              </a:rPr>
              <a:t>Representaciones Externas</a:t>
            </a:r>
            <a:endParaRPr lang="es-CO" sz="1800" b="0" u="none" strike="noStrike">
              <a:solidFill>
                <a:srgbClr val="000000"/>
              </a:solidFill>
              <a:effectLst/>
              <a:uFillTx/>
              <a:latin typeface="Arial"/>
            </a:endParaRPr>
          </a:p>
        </p:txBody>
      </p:sp>
      <p:sp>
        <p:nvSpPr>
          <p:cNvPr id="193" name="Rectángulo 22"/>
          <p:cNvSpPr/>
          <p:nvPr/>
        </p:nvSpPr>
        <p:spPr>
          <a:xfrm>
            <a:off x="7936920" y="2559240"/>
            <a:ext cx="1048680" cy="645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dk1"/>
                </a:solidFill>
                <a:effectLst/>
                <a:uFillTx/>
                <a:latin typeface="Calibri"/>
              </a:rPr>
              <a:t>Memoria interna</a:t>
            </a:r>
            <a:endParaRPr lang="es-CO" sz="1800" b="0" u="none" strike="noStrike">
              <a:solidFill>
                <a:srgbClr val="000000"/>
              </a:solidFill>
              <a:effectLst/>
              <a:uFillTx/>
              <a:latin typeface="Arial"/>
            </a:endParaRPr>
          </a:p>
        </p:txBody>
      </p:sp>
      <p:cxnSp>
        <p:nvCxnSpPr>
          <p:cNvPr id="194" name="Conector recto de flecha 18"/>
          <p:cNvCxnSpPr/>
          <p:nvPr/>
        </p:nvCxnSpPr>
        <p:spPr>
          <a:xfrm>
            <a:off x="1907640" y="3847680"/>
            <a:ext cx="1154160" cy="589680"/>
          </a:xfrm>
          <a:prstGeom prst="straightConnector1">
            <a:avLst/>
          </a:prstGeom>
          <a:ln w="38100">
            <a:solidFill>
              <a:srgbClr val="000000"/>
            </a:solidFill>
            <a:round/>
            <a:tailEnd len="med" type="triangle" w="med"/>
          </a:ln>
        </p:spPr>
      </p:cxnSp>
      <p:cxnSp>
        <p:nvCxnSpPr>
          <p:cNvPr id="195" name="Conector recto de flecha 23"/>
          <p:cNvCxnSpPr/>
          <p:nvPr/>
        </p:nvCxnSpPr>
        <p:spPr>
          <a:xfrm flipH="1">
            <a:off x="7117920" y="4092120"/>
            <a:ext cx="403920" cy="341640"/>
          </a:xfrm>
          <a:prstGeom prst="straightConnector1">
            <a:avLst/>
          </a:prstGeom>
          <a:ln w="38100">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hasCustomPrompt="1"/>
          </p:nvPr>
        </p:nvSpPr>
        <p:spPr>
          <a:xfrm>
            <a:off x="681480" y="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 -Declarativa vs. Procedimental</a:t>
            </a:r>
            <a:endParaRPr lang="es-CO" sz="3600" b="1" u="none" strike="noStrike">
              <a:solidFill>
                <a:schemeClr val="dk2"/>
              </a:solidFill>
              <a:effectLst/>
              <a:uFillTx/>
              <a:latin typeface="Calibri"/>
            </a:endParaRPr>
          </a:p>
        </p:txBody>
      </p:sp>
      <p:sp>
        <p:nvSpPr>
          <p:cNvPr id="197" name="PlaceHolder 2"/>
          <p:cNvSpPr>
            <a:spLocks noGrp="1"/>
          </p:cNvSpPr>
          <p:nvPr>
            <p:ph/>
          </p:nvPr>
        </p:nvSpPr>
        <p:spPr>
          <a:xfrm>
            <a:off x="452880" y="1438920"/>
            <a:ext cx="8690760" cy="339876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memoria a largo plazo puede tener dos características:</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1" i="1" u="none" strike="noStrike">
                <a:solidFill>
                  <a:schemeClr val="dk1">
                    <a:lumMod val="50000"/>
                    <a:lumOff val="50000"/>
                  </a:schemeClr>
                </a:solidFill>
                <a:effectLst/>
                <a:uFillTx/>
                <a:latin typeface="Calibri"/>
              </a:rPr>
              <a:t>Memoria Declarativa </a:t>
            </a:r>
            <a:r>
              <a:rPr lang="es-ES" sz="2200" b="0" u="none" strike="noStrike">
                <a:solidFill>
                  <a:schemeClr val="dk1">
                    <a:lumMod val="50000"/>
                    <a:lumOff val="50000"/>
                  </a:schemeClr>
                </a:solidFill>
                <a:effectLst/>
                <a:uFillTx/>
                <a:latin typeface="Calibri"/>
              </a:rPr>
              <a:t>almacena hechos y datos. Por ejemplo el Nombre del presidente reelegido dos veces en Colombia es Alvaro Uribe Vélez</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1" i="1" u="none" strike="noStrike">
                <a:solidFill>
                  <a:schemeClr val="dk1">
                    <a:lumMod val="50000"/>
                    <a:lumOff val="50000"/>
                  </a:schemeClr>
                </a:solidFill>
                <a:effectLst/>
                <a:uFillTx/>
                <a:latin typeface="Calibri"/>
              </a:rPr>
              <a:t>Memoria Procedimental </a:t>
            </a:r>
            <a:r>
              <a:rPr lang="es-ES" sz="2200" b="0" u="none" strike="noStrike">
                <a:solidFill>
                  <a:schemeClr val="dk1">
                    <a:lumMod val="50000"/>
                    <a:lumOff val="50000"/>
                  </a:schemeClr>
                </a:solidFill>
                <a:effectLst/>
                <a:uFillTx/>
                <a:latin typeface="Calibri"/>
              </a:rPr>
              <a:t>se relaciona típicamente con procesos físicos, cognitivos y acciones. Por ejemplo como montar en bicicleta o los movimientos musculares de vocalización.</a:t>
            </a:r>
            <a:endParaRPr lang="es-CO" sz="2200" b="0" u="none" strike="noStrike">
              <a:solidFill>
                <a:schemeClr val="dk1">
                  <a:lumMod val="50000"/>
                  <a:lumOff val="50000"/>
                </a:schemeClr>
              </a:solidFill>
              <a:effectLst/>
              <a:uFillTx/>
              <a:latin typeface="Calibri"/>
            </a:endParaRPr>
          </a:p>
        </p:txBody>
      </p:sp>
      <p:pic>
        <p:nvPicPr>
          <p:cNvPr id="198" name="Imagen 3"/>
          <p:cNvPicPr/>
          <p:nvPr/>
        </p:nvPicPr>
        <p:blipFill>
          <a:blip r:embed="rId1"/>
          <a:stretch/>
        </p:blipFill>
        <p:spPr>
          <a:xfrm>
            <a:off x="2112480" y="4216320"/>
            <a:ext cx="2233080" cy="2019600"/>
          </a:xfrm>
          <a:prstGeom prst="rect">
            <a:avLst/>
          </a:prstGeom>
          <a:noFill/>
          <a:ln w="0">
            <a:noFill/>
          </a:ln>
        </p:spPr>
      </p:pic>
      <p:pic>
        <p:nvPicPr>
          <p:cNvPr id="199" name="Imagen 4"/>
          <p:cNvPicPr/>
          <p:nvPr/>
        </p:nvPicPr>
        <p:blipFill>
          <a:blip r:embed="rId2"/>
          <a:stretch/>
        </p:blipFill>
        <p:spPr>
          <a:xfrm>
            <a:off x="6005880" y="3357000"/>
            <a:ext cx="2089080" cy="260676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hasCustomPrompt="1"/>
          </p:nvPr>
        </p:nvSpPr>
        <p:spPr>
          <a:xfrm>
            <a:off x="2988000" y="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 -Declarativa vs. Procedimental</a:t>
            </a:r>
            <a:endParaRPr lang="es-CO" sz="3600" b="1" u="none" strike="noStrike">
              <a:solidFill>
                <a:schemeClr val="dk2"/>
              </a:solidFill>
              <a:effectLst/>
              <a:uFillTx/>
              <a:latin typeface="Calibri"/>
            </a:endParaRPr>
          </a:p>
        </p:txBody>
      </p:sp>
      <p:sp>
        <p:nvSpPr>
          <p:cNvPr id="201"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Existe una disociación entre ambos (declarativa –procedimental) tipos de memoria:</a:t>
            </a:r>
            <a:endParaRPr lang="es-CO" sz="22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–Se almacenan en diferentes partes del cerebro</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–Pueden estar disociadas comportamentalmente: montar en bicicleta y hablar con un compañero de paseo al mismo tiempo.</a:t>
            </a:r>
            <a:endParaRPr lang="es-CO" sz="2000" b="0" u="none" strike="noStrike">
              <a:solidFill>
                <a:schemeClr val="dk1">
                  <a:lumMod val="50000"/>
                  <a:lumOff val="50000"/>
                </a:schemeClr>
              </a:solidFill>
              <a:effectLst/>
              <a:uFillTx/>
              <a:latin typeface="Calibri"/>
            </a:endParaRPr>
          </a:p>
          <a:p>
            <a:pPr marL="457200" indent="0" algn="l" defTabSz="914400">
              <a:lnSpc>
                <a:spcPct val="100000"/>
              </a:lnSpc>
              <a:spcBef>
                <a:spcPts val="400"/>
              </a:spcBef>
              <a:buNone/>
              <a:tabLst>
                <a:tab pos="0" algn="l"/>
              </a:tabLst>
            </a:pPr>
            <a:r>
              <a:rPr lang="es-ES" sz="2000" b="0" u="none" strike="noStrike">
                <a:solidFill>
                  <a:schemeClr val="dk1">
                    <a:lumMod val="50000"/>
                    <a:lumOff val="50000"/>
                  </a:schemeClr>
                </a:solidFill>
                <a:effectLst/>
                <a:uFillTx/>
                <a:latin typeface="Calibri"/>
              </a:rPr>
              <a:t>–Pueden estar disociadas clínicamente: una persona puede perder una de ellas y no necesariamente perder la otra.</a:t>
            </a:r>
            <a:endParaRPr lang="es-CO" sz="2000" b="0" u="none" strike="noStrike">
              <a:solidFill>
                <a:schemeClr val="dk1">
                  <a:lumMod val="50000"/>
                  <a:lumOff val="50000"/>
                </a:schemeClr>
              </a:solidFill>
              <a:effectLst/>
              <a:uFillTx/>
              <a:latin typeface="Calibri"/>
            </a:endParaRPr>
          </a:p>
          <a:p>
            <a:pPr indent="0" algn="l" defTabSz="914400">
              <a:lnSpc>
                <a:spcPct val="100000"/>
              </a:lnSpc>
              <a:spcBef>
                <a:spcPts val="439"/>
              </a:spcBef>
              <a:buNone/>
              <a:tabLst>
                <a:tab pos="0" algn="l"/>
              </a:tabLst>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tabLst>
                <a:tab pos="0" algn="l"/>
              </a:tabLst>
            </a:pPr>
            <a:r>
              <a:rPr lang="es-ES" sz="2200" b="0" u="none" strike="noStrike">
                <a:solidFill>
                  <a:schemeClr val="dk1">
                    <a:lumMod val="50000"/>
                    <a:lumOff val="50000"/>
                  </a:schemeClr>
                </a:solidFill>
                <a:effectLst/>
                <a:uFillTx/>
                <a:latin typeface="Calibri"/>
              </a:rPr>
              <a:t>La disociación en importante para poder realizar tareas de diferente naturaleza en paralelo</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hasCustomPrompt="1"/>
          </p:nvPr>
        </p:nvSpPr>
        <p:spPr>
          <a:xfrm>
            <a:off x="681480" y="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 y Contexto</a:t>
            </a:r>
            <a:endParaRPr lang="es-CO" sz="3600" b="1" u="none" strike="noStrike">
              <a:solidFill>
                <a:schemeClr val="dk2"/>
              </a:solidFill>
              <a:effectLst/>
              <a:uFillTx/>
              <a:latin typeface="Calibri"/>
            </a:endParaRPr>
          </a:p>
        </p:txBody>
      </p:sp>
      <p:sp>
        <p:nvSpPr>
          <p:cNvPr id="203" name="PlaceHolder 2"/>
          <p:cNvSpPr>
            <a:spLocks noGrp="1"/>
          </p:cNvSpPr>
          <p:nvPr>
            <p:ph/>
          </p:nvPr>
        </p:nvSpPr>
        <p:spPr>
          <a:xfrm>
            <a:off x="681480" y="1325520"/>
            <a:ext cx="8181000" cy="4635360"/>
          </a:xfrm>
          <a:prstGeom prst="rect">
            <a:avLst/>
          </a:prstGeom>
          <a:noFill/>
          <a:ln w="0">
            <a:noFill/>
          </a:ln>
        </p:spPr>
        <p:txBody>
          <a:bodyPr lIns="91440" tIns="45720" rIns="91440" bIns="45720" anchor="t">
            <a:normAutofit/>
          </a:bodyPr>
          <a:p>
            <a:pPr indent="0" algn="l" defTabSz="914400">
              <a:lnSpc>
                <a:spcPct val="100000"/>
              </a:lnSpc>
              <a:spcBef>
                <a:spcPts val="479"/>
              </a:spcBef>
              <a:buNone/>
            </a:pP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pPr>
            <a:r>
              <a:rPr lang="es-ES" sz="2400" b="1" i="1" u="none" strike="noStrike">
                <a:solidFill>
                  <a:schemeClr val="dk1">
                    <a:lumMod val="50000"/>
                    <a:lumOff val="50000"/>
                  </a:schemeClr>
                </a:solidFill>
                <a:effectLst/>
                <a:uFillTx/>
                <a:latin typeface="Calibri"/>
              </a:rPr>
              <a:t>Memoria dependiente del estado: </a:t>
            </a:r>
            <a:r>
              <a:rPr lang="es-ES" sz="2400" b="0" u="none" strike="noStrike">
                <a:solidFill>
                  <a:schemeClr val="dk1">
                    <a:lumMod val="50000"/>
                    <a:lumOff val="50000"/>
                  </a:schemeClr>
                </a:solidFill>
                <a:effectLst/>
                <a:uFillTx/>
                <a:latin typeface="Calibri"/>
              </a:rPr>
              <a:t>El recordar información depende del estado en el cual fue codificada y almacenada.</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tabLst>
                <a:tab pos="0" algn="l"/>
              </a:tabLst>
            </a:pPr>
            <a:r>
              <a:rPr lang="es-ES" sz="2400" b="0" u="none" strike="noStrike">
                <a:solidFill>
                  <a:schemeClr val="dk1">
                    <a:lumMod val="50000"/>
                    <a:lumOff val="50000"/>
                  </a:schemeClr>
                </a:solidFill>
                <a:effectLst/>
                <a:uFillTx/>
                <a:latin typeface="Calibri"/>
              </a:rPr>
              <a:t> </a:t>
            </a: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tabLst>
                <a:tab pos="0" algn="l"/>
              </a:tabLst>
            </a:pPr>
            <a:r>
              <a:rPr lang="es-ES" sz="2400" b="0" u="none" strike="noStrike">
                <a:solidFill>
                  <a:schemeClr val="dk1">
                    <a:lumMod val="50000"/>
                    <a:lumOff val="50000"/>
                  </a:schemeClr>
                </a:solidFill>
                <a:effectLst/>
                <a:uFillTx/>
                <a:latin typeface="Calibri"/>
              </a:rPr>
              <a:t>Por ejemplo: una persona que escuchó una historia en una fiesta luego de unos “traguitos”, recordará mejor tal historia en el mismo estado mental (luego de unos “traguitos”).</a:t>
            </a:r>
            <a:endParaRPr lang="es-CO" sz="2400" b="0" u="none" strike="noStrike">
              <a:solidFill>
                <a:schemeClr val="dk1">
                  <a:lumMod val="50000"/>
                  <a:lumOff val="50000"/>
                </a:schemeClr>
              </a:solidFill>
              <a:effectLst/>
              <a:uFillTx/>
              <a:latin typeface="Calibri"/>
            </a:endParaRPr>
          </a:p>
          <a:p>
            <a:pPr indent="0" algn="l" defTabSz="914400">
              <a:lnSpc>
                <a:spcPct val="100000"/>
              </a:lnSpc>
              <a:spcBef>
                <a:spcPts val="479"/>
              </a:spcBef>
              <a:buNone/>
              <a:tabLst>
                <a:tab pos="0" algn="l"/>
              </a:tabLst>
            </a:pPr>
            <a:endParaRPr lang="es-CO" sz="2400" b="0" u="none" strike="noStrike">
              <a:solidFill>
                <a:schemeClr val="dk1">
                  <a:lumMod val="50000"/>
                  <a:lumOff val="50000"/>
                </a:schemeClr>
              </a:solidFill>
              <a:effectLst/>
              <a:uFillTx/>
              <a:latin typeface="Calibri"/>
            </a:endParaRPr>
          </a:p>
          <a:p>
            <a:pPr marL="343080" indent="-343080" algn="l" defTabSz="914400">
              <a:lnSpc>
                <a:spcPct val="100000"/>
              </a:lnSpc>
              <a:spcBef>
                <a:spcPts val="479"/>
              </a:spcBef>
              <a:buClr>
                <a:srgbClr val="1F497D"/>
              </a:buClr>
              <a:buFont typeface="Arial"/>
              <a:buChar char="•"/>
              <a:tabLst>
                <a:tab pos="0" algn="l"/>
              </a:tabLst>
            </a:pPr>
            <a:r>
              <a:rPr lang="es-ES" sz="2400" b="0" u="none" strike="noStrike">
                <a:solidFill>
                  <a:schemeClr val="dk1">
                    <a:lumMod val="50000"/>
                    <a:lumOff val="50000"/>
                  </a:schemeClr>
                </a:solidFill>
                <a:effectLst/>
                <a:uFillTx/>
                <a:latin typeface="Calibri"/>
              </a:rPr>
              <a:t>El contexto puede ser también físico, como olores, arquitectura, geografía, etc.</a:t>
            </a:r>
            <a:endParaRPr lang="es-CO" sz="24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hasCustomPrompt="1"/>
          </p:nvPr>
        </p:nvSpPr>
        <p:spPr>
          <a:xfrm>
            <a:off x="540720" y="-52920"/>
            <a:ext cx="8462160" cy="1325160"/>
          </a:xfrm>
          <a:prstGeom prst="rect">
            <a:avLst/>
          </a:prstGeom>
          <a:noFill/>
          <a:ln w="0">
            <a:noFill/>
          </a:ln>
        </p:spPr>
        <p:txBody>
          <a:bodyPr lIns="91440" tIns="45720" rIns="91440" bIns="45720" anchor="ctr">
            <a:normAutofit/>
          </a:bodyPr>
          <a:p>
            <a:pPr indent="0" algn="r" defTabSz="914400">
              <a:lnSpc>
                <a:spcPct val="100000"/>
              </a:lnSpc>
              <a:buNone/>
            </a:pPr>
            <a:r>
              <a:rPr lang="es-ES" sz="4000" b="1" u="none" strike="noStrike">
                <a:solidFill>
                  <a:schemeClr val="dk2"/>
                </a:solidFill>
                <a:effectLst/>
                <a:uFillTx/>
                <a:latin typeface="Calibri"/>
              </a:rPr>
              <a:t>Memoria -Reconocimiento vs. Recuerdo</a:t>
            </a:r>
            <a:endParaRPr lang="es-CO" sz="4000" b="1" u="none" strike="noStrike">
              <a:solidFill>
                <a:schemeClr val="dk2"/>
              </a:solidFill>
              <a:effectLst/>
              <a:uFillTx/>
              <a:latin typeface="Calibri"/>
            </a:endParaRPr>
          </a:p>
        </p:txBody>
      </p:sp>
      <p:sp>
        <p:nvSpPr>
          <p:cNvPr id="205" name="PlaceHolder 2"/>
          <p:cNvSpPr>
            <a:spLocks noGrp="1"/>
          </p:cNvSpPr>
          <p:nvPr>
            <p:ph/>
          </p:nvPr>
        </p:nvSpPr>
        <p:spPr>
          <a:xfrm>
            <a:off x="107640" y="1487520"/>
            <a:ext cx="8895600" cy="4893480"/>
          </a:xfrm>
          <a:prstGeom prst="rect">
            <a:avLst/>
          </a:prstGeom>
          <a:noFill/>
          <a:ln w="0">
            <a:noFill/>
          </a:ln>
        </p:spPr>
        <p:txBody>
          <a:bodyPr lIns="91440" tIns="45720" rIns="91440" bIns="45720" anchor="t">
            <a:normAutofit fontScale="92500" lnSpcReduction="9999"/>
          </a:bodyPr>
          <a:p>
            <a:pPr marL="343080" indent="-343080" algn="l" defTabSz="914400">
              <a:lnSpc>
                <a:spcPct val="100000"/>
              </a:lnSpc>
              <a:spcBef>
                <a:spcPts val="439"/>
              </a:spcBef>
              <a:buClr>
                <a:srgbClr val="1F497D"/>
              </a:buClr>
              <a:buFont typeface="Arial"/>
              <a:buChar char="•"/>
            </a:pPr>
            <a:r>
              <a:rPr lang="es-ES" sz="2200" b="1" i="1" u="none" strike="noStrike">
                <a:solidFill>
                  <a:schemeClr val="dk1">
                    <a:lumMod val="50000"/>
                    <a:lumOff val="50000"/>
                  </a:schemeClr>
                </a:solidFill>
                <a:effectLst/>
                <a:uFillTx/>
                <a:latin typeface="Calibri"/>
              </a:rPr>
              <a:t>Reconocimiento: </a:t>
            </a:r>
            <a:r>
              <a:rPr lang="es-ES" sz="2200" b="0" u="none" strike="noStrike">
                <a:solidFill>
                  <a:schemeClr val="dk1">
                    <a:lumMod val="50000"/>
                    <a:lumOff val="50000"/>
                  </a:schemeClr>
                </a:solidFill>
                <a:effectLst/>
                <a:uFillTx/>
                <a:latin typeface="Calibri"/>
              </a:rPr>
              <a:t>hace referencia a escoger un artículos de una serie de objetos presentados por algún canal sensorial.</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–Un experimento típico de reconocimiento consiste en memorizar una lista de palabras, luego el evaluador quita la lista y le presenta otras palabras una tras otra. Su tarea es decir si cada palabra estaba contenida o no en la lista original.</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1" i="1" u="none" strike="noStrike">
                <a:solidFill>
                  <a:schemeClr val="dk1">
                    <a:lumMod val="50000"/>
                    <a:lumOff val="50000"/>
                  </a:schemeClr>
                </a:solidFill>
                <a:effectLst/>
                <a:uFillTx/>
                <a:latin typeface="Calibri"/>
              </a:rPr>
              <a:t>Recuerdo: </a:t>
            </a:r>
            <a:r>
              <a:rPr lang="es-ES" sz="2200" b="0" u="none" strike="noStrike">
                <a:solidFill>
                  <a:schemeClr val="dk1">
                    <a:lumMod val="50000"/>
                    <a:lumOff val="50000"/>
                  </a:schemeClr>
                </a:solidFill>
                <a:effectLst/>
                <a:uFillTx/>
                <a:latin typeface="Calibri"/>
              </a:rPr>
              <a:t>hace referencia a recuperar el objeto y sus características de manera mental.</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–Un experimento típico de recuerdo consiste en memorizar una lista de palabras, luego el evaluador quita la lista. Su tarea es escribir o decir el mayor número de palabras que pueda recordar.</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1" u="none" strike="noStrike">
                <a:solidFill>
                  <a:schemeClr val="dk1">
                    <a:lumMod val="50000"/>
                    <a:lumOff val="50000"/>
                  </a:schemeClr>
                </a:solidFill>
                <a:effectLst/>
                <a:uFillTx/>
                <a:latin typeface="Calibri"/>
              </a:rPr>
              <a:t>Reconocer: </a:t>
            </a:r>
            <a:r>
              <a:rPr lang="es-ES" sz="2200" b="0" u="none" strike="noStrike">
                <a:solidFill>
                  <a:schemeClr val="dk1">
                    <a:lumMod val="50000"/>
                    <a:lumOff val="50000"/>
                  </a:schemeClr>
                </a:solidFill>
                <a:effectLst/>
                <a:uFillTx/>
                <a:latin typeface="Calibri"/>
              </a:rPr>
              <a:t>es generalmente </a:t>
            </a:r>
            <a:r>
              <a:rPr lang="es-ES" sz="2200" b="1" u="none" strike="noStrike">
                <a:solidFill>
                  <a:schemeClr val="dk1">
                    <a:lumMod val="50000"/>
                    <a:lumOff val="50000"/>
                  </a:schemeClr>
                </a:solidFill>
                <a:effectLst/>
                <a:uFillTx/>
                <a:latin typeface="Calibri"/>
              </a:rPr>
              <a:t>más fácil que recordar</a:t>
            </a:r>
            <a:r>
              <a:rPr lang="es-ES" sz="2200" b="0" u="none" strike="noStrike">
                <a:solidFill>
                  <a:schemeClr val="dk1">
                    <a:lumMod val="50000"/>
                    <a:lumOff val="50000"/>
                  </a:schemeClr>
                </a:solidFill>
                <a:effectLst/>
                <a:uFillTx/>
                <a:latin typeface="Calibri"/>
              </a:rPr>
              <a:t>. Esto es explicable por el hecho que tener una representación del objeto al frente mejora la posibilidad de recuperar tal información de la memoria. </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1" u="none" strike="noStrike">
                <a:solidFill>
                  <a:schemeClr val="dk1">
                    <a:lumMod val="50000"/>
                    <a:lumOff val="50000"/>
                  </a:schemeClr>
                </a:solidFill>
                <a:effectLst/>
                <a:uFillTx/>
                <a:latin typeface="Calibri"/>
              </a:rPr>
              <a:t>Esto es un principio básico en el diseño de interfaces</a:t>
            </a:r>
            <a:r>
              <a:rPr lang="es-ES" sz="2200" b="0" u="none" strike="noStrike">
                <a:solidFill>
                  <a:schemeClr val="dk1">
                    <a:lumMod val="50000"/>
                    <a:lumOff val="50000"/>
                  </a:schemeClr>
                </a:solidFill>
                <a:effectLst/>
                <a:uFillTx/>
                <a:latin typeface="Calibri"/>
              </a:rPr>
              <a:t>. Recordar comandos en más difícil que utilizar menús desplegables..</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hasCustomPrompt="1"/>
          </p:nvPr>
        </p:nvSpPr>
        <p:spPr>
          <a:xfrm>
            <a:off x="681480" y="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Memoria Resumen</a:t>
            </a:r>
            <a:endParaRPr lang="es-CO" sz="3600" b="1" u="none" strike="noStrike">
              <a:solidFill>
                <a:schemeClr val="dk2"/>
              </a:solidFill>
              <a:effectLst/>
              <a:uFillTx/>
              <a:latin typeface="Calibri"/>
            </a:endParaRPr>
          </a:p>
        </p:txBody>
      </p:sp>
      <p:sp>
        <p:nvSpPr>
          <p:cNvPr id="207"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indent="0" algn="l" defTabSz="914400">
              <a:lnSpc>
                <a:spcPct val="100000"/>
              </a:lnSpc>
              <a:spcBef>
                <a:spcPts val="439"/>
              </a:spcBef>
              <a:buNone/>
            </a:pP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Hemos visto hasta ahora que la memoria es parte fundamental en el sistema de percepción humana</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Hay tres tipos: ecoica o sensorial, de trabajo o corto plazo y largo plazo</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memoria de trabajo en limitada a 7 ±2 piezas de información o 4 segundos de repetición verbal. Sufre de efecto de primacía y de lo reciente.</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memoria se puede distribuir con representaciones físicas externas y mejora cuando hay reconocimiento en vez de recuerdo.</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hasCustomPrompt="1"/>
          </p:nvPr>
        </p:nvSpPr>
        <p:spPr>
          <a:xfrm>
            <a:off x="3420000" y="28872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Sesgo Racional –efecto de la certidumbre</a:t>
            </a:r>
            <a:endParaRPr lang="es-CO" sz="3600" b="1" u="none" strike="noStrike">
              <a:solidFill>
                <a:schemeClr val="dk2"/>
              </a:solidFill>
              <a:effectLst/>
              <a:uFillTx/>
              <a:latin typeface="Calibri"/>
            </a:endParaRPr>
          </a:p>
        </p:txBody>
      </p:sp>
      <p:sp>
        <p:nvSpPr>
          <p:cNvPr id="209"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Efecto de la certidumbre </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Sentido Común (disponibilidad de heurísticas o reglas)</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Prejuicio</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Falacia del jugador</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Efecto de anclaje</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Causalidad</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Sobreconfianza</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Desconocimiento de la prevalencia</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hasCustomPrompt="1"/>
          </p:nvPr>
        </p:nvSpPr>
        <p:spPr>
          <a:xfrm>
            <a:off x="681480" y="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Lenguaje -Pensamiento</a:t>
            </a:r>
            <a:endParaRPr lang="es-CO" sz="3600" b="1" u="none" strike="noStrike">
              <a:solidFill>
                <a:schemeClr val="dk2"/>
              </a:solidFill>
              <a:effectLst/>
              <a:uFillTx/>
              <a:latin typeface="Calibri"/>
            </a:endParaRPr>
          </a:p>
        </p:txBody>
      </p:sp>
      <p:sp>
        <p:nvSpPr>
          <p:cNvPr id="211" name="PlaceHolder 2"/>
          <p:cNvSpPr>
            <a:spLocks noGrp="1"/>
          </p:cNvSpPr>
          <p:nvPr>
            <p:ph/>
          </p:nvPr>
        </p:nvSpPr>
        <p:spPr>
          <a:xfrm>
            <a:off x="681480" y="1717920"/>
            <a:ext cx="8304120" cy="155268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1" i="1" u="none" strike="noStrike">
                <a:solidFill>
                  <a:schemeClr val="dk1">
                    <a:lumMod val="50000"/>
                    <a:lumOff val="50000"/>
                  </a:schemeClr>
                </a:solidFill>
                <a:effectLst/>
                <a:uFillTx/>
                <a:latin typeface="Calibri"/>
              </a:rPr>
              <a:t>Hipotesis Whorfiana</a:t>
            </a:r>
            <a:r>
              <a:rPr lang="es-ES" sz="2200" b="0" u="none" strike="noStrike">
                <a:solidFill>
                  <a:schemeClr val="dk1">
                    <a:lumMod val="50000"/>
                    <a:lumOff val="50000"/>
                  </a:schemeClr>
                </a:solidFill>
                <a:effectLst/>
                <a:uFillTx/>
                <a:latin typeface="Calibri"/>
              </a:rPr>
              <a:t>(relatividad lingüística): El lenguaje que hablamos influencia la forma como percibimos el mundo</a:t>
            </a:r>
            <a:endParaRPr lang="es-CO" sz="2200" b="0" u="none" strike="noStrike">
              <a:solidFill>
                <a:schemeClr val="dk1">
                  <a:lumMod val="50000"/>
                  <a:lumOff val="50000"/>
                </a:schemeClr>
              </a:solidFill>
              <a:effectLst/>
              <a:uFillTx/>
              <a:latin typeface="Calibri"/>
            </a:endParaRPr>
          </a:p>
        </p:txBody>
      </p:sp>
      <p:pic>
        <p:nvPicPr>
          <p:cNvPr id="212" name="Imagen 3"/>
          <p:cNvPicPr/>
          <p:nvPr/>
        </p:nvPicPr>
        <p:blipFill>
          <a:blip r:embed="rId1"/>
          <a:stretch/>
        </p:blipFill>
        <p:spPr>
          <a:xfrm>
            <a:off x="1475640" y="3270600"/>
            <a:ext cx="5902920" cy="2169000"/>
          </a:xfrm>
          <a:prstGeom prst="rect">
            <a:avLst/>
          </a:prstGeom>
          <a:noFill/>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hasCustomPrompt="1"/>
          </p:nvPr>
        </p:nvSpPr>
        <p:spPr>
          <a:xfrm>
            <a:off x="1085760" y="26388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Efecto de representación</a:t>
            </a:r>
            <a:endParaRPr lang="es-CO" sz="3600" b="1" u="none" strike="noStrike">
              <a:solidFill>
                <a:schemeClr val="dk2"/>
              </a:solidFill>
              <a:effectLst/>
              <a:uFillTx/>
              <a:latin typeface="Calibri"/>
            </a:endParaRPr>
          </a:p>
        </p:txBody>
      </p:sp>
      <p:sp>
        <p:nvSpPr>
          <p:cNvPr id="214"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¿Qué es una representación? Algo que hace las veces de (representa) alguna otra cosa; El símbolo5, representa una cantidad (5).</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El efecto de la representación nos dice que “Diferentes representaciones de la misma estructura abstracta puede generar un rendimiento, dificultad, comportamiento o resultado completamente diferente para cada representación.”</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1" i="1" u="none" strike="noStrike">
                <a:solidFill>
                  <a:schemeClr val="dk1">
                    <a:lumMod val="50000"/>
                    <a:lumOff val="50000"/>
                  </a:schemeClr>
                </a:solidFill>
                <a:effectLst/>
                <a:uFillTx/>
                <a:latin typeface="Calibri"/>
              </a:rPr>
              <a:t>Este es efecto mas importante en la interacción Humano-Computador. </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Veamos algunos ejemplos....</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Imagen 1"/>
          <p:cNvPicPr/>
          <p:nvPr/>
        </p:nvPicPr>
        <p:blipFill>
          <a:blip r:embed="rId1"/>
          <a:stretch/>
        </p:blipFill>
        <p:spPr>
          <a:xfrm>
            <a:off x="1758600" y="-33840"/>
            <a:ext cx="5599080" cy="6891480"/>
          </a:xfrm>
          <a:prstGeom prst="rect">
            <a:avLst/>
          </a:prstGeom>
          <a:noFill/>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Imagen 1"/>
          <p:cNvPicPr/>
          <p:nvPr/>
        </p:nvPicPr>
        <p:blipFill>
          <a:blip r:embed="rId1"/>
          <a:stretch/>
        </p:blipFill>
        <p:spPr>
          <a:xfrm>
            <a:off x="587880" y="404280"/>
            <a:ext cx="8192520" cy="599616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7" name="Imagen 1"/>
          <p:cNvPicPr/>
          <p:nvPr/>
        </p:nvPicPr>
        <p:blipFill>
          <a:blip r:embed="rId1"/>
          <a:stretch/>
        </p:blipFill>
        <p:spPr>
          <a:xfrm>
            <a:off x="2215800" y="418680"/>
            <a:ext cx="4853160" cy="620028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8" name="Imagen 1"/>
          <p:cNvPicPr/>
          <p:nvPr/>
        </p:nvPicPr>
        <p:blipFill>
          <a:blip r:embed="rId1"/>
          <a:stretch/>
        </p:blipFill>
        <p:spPr>
          <a:xfrm>
            <a:off x="226800" y="140760"/>
            <a:ext cx="8481240" cy="641808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hasCustomPrompt="1"/>
          </p:nvPr>
        </p:nvSpPr>
        <p:spPr>
          <a:xfrm>
            <a:off x="681480" y="228600"/>
            <a:ext cx="5595840" cy="1325160"/>
          </a:xfrm>
          <a:prstGeom prst="rect">
            <a:avLst/>
          </a:prstGeom>
          <a:noFill/>
          <a:ln w="0">
            <a:noFill/>
          </a:ln>
        </p:spPr>
        <p:txBody>
          <a:bodyPr lIns="91440" tIns="45720" rIns="91440" bIns="45720" anchor="ctr">
            <a:normAutofit/>
          </a:bodyPr>
          <a:p>
            <a:pPr indent="0" algn="r" defTabSz="914400">
              <a:lnSpc>
                <a:spcPct val="100000"/>
              </a:lnSpc>
              <a:buNone/>
            </a:pPr>
            <a:r>
              <a:rPr lang="es-ES" sz="3600" b="1" u="none" strike="noStrike">
                <a:solidFill>
                  <a:schemeClr val="dk2"/>
                </a:solidFill>
                <a:effectLst/>
                <a:uFillTx/>
                <a:latin typeface="Calibri"/>
              </a:rPr>
              <a:t>Resumen</a:t>
            </a:r>
            <a:endParaRPr lang="es-CO" sz="3600" b="1" u="none" strike="noStrike">
              <a:solidFill>
                <a:schemeClr val="dk2"/>
              </a:solidFill>
              <a:effectLst/>
              <a:uFillTx/>
              <a:latin typeface="Calibri"/>
            </a:endParaRPr>
          </a:p>
        </p:txBody>
      </p:sp>
      <p:sp>
        <p:nvSpPr>
          <p:cNvPr id="220" name="PlaceHolder 2"/>
          <p:cNvSpPr>
            <a:spLocks noGrp="1"/>
          </p:cNvSpPr>
          <p:nvPr>
            <p:ph/>
          </p:nvPr>
        </p:nvSpPr>
        <p:spPr>
          <a:xfrm>
            <a:off x="681480" y="1717920"/>
            <a:ext cx="8181000" cy="4242960"/>
          </a:xfrm>
          <a:prstGeom prst="rect">
            <a:avLst/>
          </a:prstGeom>
          <a:noFill/>
          <a:ln w="0">
            <a:noFill/>
          </a:ln>
        </p:spPr>
        <p:txBody>
          <a:bodyPr lIns="91440" tIns="45720" rIns="91440" bIns="45720" anchor="t">
            <a:normAutofit/>
          </a:bodyPr>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atención puede ser alternante y selectiva.</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Los humanos almacenamos la memoria en 2 formas declarativa y procedimental.</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Los humanos tenemos 3 tipos de memoria: Ecoica, de trabajo y de largo plazo. La memoria de trabajo es limitada a 7 +/-2 piezas de información y dura 4s aproximadamente, se ve afectada por el efecto de lo primero y lo reciente. </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En general los humanos somos mejores en reconocer que recordar.</a:t>
            </a:r>
            <a:endParaRPr lang="es-CO" sz="2200" b="0" u="none" strike="noStrike">
              <a:solidFill>
                <a:schemeClr val="dk1">
                  <a:lumMod val="50000"/>
                  <a:lumOff val="50000"/>
                </a:schemeClr>
              </a:solidFill>
              <a:effectLst/>
              <a:uFillTx/>
              <a:latin typeface="Calibri"/>
            </a:endParaRPr>
          </a:p>
          <a:p>
            <a:pPr marL="343080" indent="-343080" algn="l" defTabSz="914400">
              <a:lnSpc>
                <a:spcPct val="100000"/>
              </a:lnSpc>
              <a:spcBef>
                <a:spcPts val="439"/>
              </a:spcBef>
              <a:buClr>
                <a:srgbClr val="1F497D"/>
              </a:buClr>
              <a:buFont typeface="Arial"/>
              <a:buChar char="•"/>
            </a:pPr>
            <a:r>
              <a:rPr lang="es-ES" sz="2200" b="0" u="none" strike="noStrike">
                <a:solidFill>
                  <a:schemeClr val="dk1">
                    <a:lumMod val="50000"/>
                    <a:lumOff val="50000"/>
                  </a:schemeClr>
                </a:solidFill>
                <a:effectLst/>
                <a:uFillTx/>
                <a:latin typeface="Calibri"/>
              </a:rPr>
              <a:t>La forma como se presente una idea o concepto tiene un efecto en la forma como se entiende o usa un concepto.</a:t>
            </a:r>
            <a:endParaRPr lang="es-CO" sz="2200" b="0" u="none" strike="noStrike">
              <a:solidFill>
                <a:schemeClr val="dk1">
                  <a:lumMod val="50000"/>
                  <a:lumOff val="50000"/>
                </a:schemeClr>
              </a:solidFill>
              <a:effectLst/>
              <a:uFillTx/>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dt" idx="43"/>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72FFC60C-ADDA-41ED-BEAA-F82ED3CF91AF}"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222" name="PlaceHolder 2"/>
          <p:cNvSpPr>
            <a:spLocks noGrp="1"/>
          </p:cNvSpPr>
          <p:nvPr>
            <p:ph type="sldNum" idx="44"/>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38C2A760-FEB7-400F-8737-7BB2C8761784}"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pic>
        <p:nvPicPr>
          <p:cNvPr id="223" name="Picture 2" descr="http://cdn.interestingengineering.com/wp-content/uploads/2017/02/fail2.jpg"/>
          <p:cNvPicPr/>
          <p:nvPr/>
        </p:nvPicPr>
        <p:blipFill>
          <a:blip r:embed="rId1"/>
          <a:stretch/>
        </p:blipFill>
        <p:spPr>
          <a:xfrm>
            <a:off x="457200" y="1917000"/>
            <a:ext cx="4321440" cy="3109320"/>
          </a:xfrm>
          <a:prstGeom prst="rect">
            <a:avLst/>
          </a:prstGeom>
          <a:noFill/>
          <a:ln w="0">
            <a:noFill/>
          </a:ln>
        </p:spPr>
      </p:pic>
      <p:pic>
        <p:nvPicPr>
          <p:cNvPr id="224" name="Picture 4" descr="http://cdn.interestingengineering.com/wp-content/uploads/2017/02/fail4.jpg"/>
          <p:cNvPicPr/>
          <p:nvPr/>
        </p:nvPicPr>
        <p:blipFill>
          <a:blip r:embed="rId2"/>
          <a:stretch/>
        </p:blipFill>
        <p:spPr>
          <a:xfrm>
            <a:off x="5292000" y="1484640"/>
            <a:ext cx="3112560" cy="4148640"/>
          </a:xfrm>
          <a:prstGeom prst="rect">
            <a:avLst/>
          </a:prstGeom>
          <a:noFill/>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dt" idx="45"/>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B731EBB9-F47C-41E2-8D88-A356E16D2491}"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226" name="PlaceHolder 2"/>
          <p:cNvSpPr>
            <a:spLocks noGrp="1"/>
          </p:cNvSpPr>
          <p:nvPr>
            <p:ph type="sldNum" idx="46"/>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2AFF8D7A-A41A-4E0C-BE51-7CD8FECC79B8}"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pic>
        <p:nvPicPr>
          <p:cNvPr id="227" name="Picture 2" descr="http://cdn.interestingengineering.com/wp-content/uploads/2017/02/fail13.jpg"/>
          <p:cNvPicPr/>
          <p:nvPr/>
        </p:nvPicPr>
        <p:blipFill>
          <a:blip r:embed="rId1"/>
          <a:stretch/>
        </p:blipFill>
        <p:spPr>
          <a:xfrm>
            <a:off x="453240" y="1274040"/>
            <a:ext cx="4274640" cy="4347720"/>
          </a:xfrm>
          <a:prstGeom prst="rect">
            <a:avLst/>
          </a:prstGeom>
          <a:noFill/>
          <a:ln w="0">
            <a:noFill/>
          </a:ln>
        </p:spPr>
      </p:pic>
      <p:pic>
        <p:nvPicPr>
          <p:cNvPr id="228" name="Picture 4" descr="http://cdn.interestingengineering.com/wp-content/uploads/2017/02/fail16.jpg"/>
          <p:cNvPicPr/>
          <p:nvPr/>
        </p:nvPicPr>
        <p:blipFill>
          <a:blip r:embed="rId2"/>
          <a:stretch/>
        </p:blipFill>
        <p:spPr>
          <a:xfrm>
            <a:off x="5197680" y="991080"/>
            <a:ext cx="3548520" cy="4913280"/>
          </a:xfrm>
          <a:prstGeom prst="rect">
            <a:avLst/>
          </a:prstGeom>
          <a:noFill/>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dt" idx="47"/>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AE35A4B9-7AF7-48C1-9F57-8FC91681AA12}"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230" name="PlaceHolder 2"/>
          <p:cNvSpPr>
            <a:spLocks noGrp="1"/>
          </p:cNvSpPr>
          <p:nvPr>
            <p:ph type="sldNum" idx="48"/>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9FE73C68-1599-452A-9CD4-5499AAFEF5D0}"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pic>
        <p:nvPicPr>
          <p:cNvPr id="231" name="Picture 2" descr="http://cdn.interestingengineering.com/wp-content/uploads/2017/02/fail21.jpg"/>
          <p:cNvPicPr/>
          <p:nvPr/>
        </p:nvPicPr>
        <p:blipFill>
          <a:blip r:embed="rId1"/>
          <a:stretch/>
        </p:blipFill>
        <p:spPr>
          <a:xfrm>
            <a:off x="457200" y="1052640"/>
            <a:ext cx="3809520" cy="5067000"/>
          </a:xfrm>
          <a:prstGeom prst="rect">
            <a:avLst/>
          </a:prstGeom>
          <a:noFill/>
          <a:ln w="0">
            <a:noFill/>
          </a:ln>
        </p:spPr>
      </p:pic>
      <p:pic>
        <p:nvPicPr>
          <p:cNvPr id="232" name="Picture 4" descr="http://cdn.interestingengineering.com/wp-content/uploads/2017/02/funniest-construction-mistakes-38.jpg"/>
          <p:cNvPicPr/>
          <p:nvPr/>
        </p:nvPicPr>
        <p:blipFill>
          <a:blip r:embed="rId2"/>
          <a:stretch/>
        </p:blipFill>
        <p:spPr>
          <a:xfrm>
            <a:off x="4814640" y="542160"/>
            <a:ext cx="3871800" cy="5777640"/>
          </a:xfrm>
          <a:prstGeom prst="rect">
            <a:avLst/>
          </a:prstGeom>
          <a:noFill/>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r" defTabSz="914400">
              <a:buNone/>
            </a:pPr>
            <a:endParaRPr lang="es-CO" sz="3600" b="1" u="none" strike="noStrike">
              <a:solidFill>
                <a:schemeClr val="dk2"/>
              </a:solidFill>
              <a:effectLst/>
              <a:uFillTx/>
              <a:latin typeface="Calibri"/>
            </a:endParaRPr>
          </a:p>
        </p:txBody>
      </p:sp>
      <p:sp>
        <p:nvSpPr>
          <p:cNvPr id="234" name="PlaceHolder 2"/>
          <p:cNvSpPr>
            <a:spLocks noGrp="1"/>
          </p:cNvSpPr>
          <p:nvPr>
            <p:ph type="dt" idx="49"/>
          </p:nvPr>
        </p:nvSpPr>
        <p:spPr>
          <a:xfrm>
            <a:off x="457200" y="65203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s-CO" sz="1200" b="1" u="none" strike="noStrike">
                <a:solidFill>
                  <a:srgbClr val="DDD9C3"/>
                </a:solidFill>
                <a:effectLst/>
                <a:uFillTx/>
                <a:latin typeface="Calibri"/>
              </a:defRPr>
            </a:lvl1pPr>
          </a:lstStyle>
          <a:p>
            <a:pPr indent="0" algn="l" defTabSz="914400">
              <a:lnSpc>
                <a:spcPct val="100000"/>
              </a:lnSpc>
              <a:buNone/>
            </a:pPr>
            <a:fld id="{DAA286E1-7C66-4EBE-9FF3-B4B148D48588}" type="datetime1">
              <a:rPr lang="es-CO" sz="1200" b="1" u="none" strike="noStrike">
                <a:solidFill>
                  <a:srgbClr val="DDD9C3"/>
                </a:solidFill>
                <a:effectLst/>
                <a:uFillTx/>
                <a:latin typeface="Calibri"/>
              </a:rPr>
              <a:t>10/09/2026</a:t>
            </a:fld>
            <a:endParaRPr lang="es-CO" sz="1200" b="0" u="none" strike="noStrike">
              <a:solidFill>
                <a:srgbClr val="000000"/>
              </a:solidFill>
              <a:effectLst/>
              <a:uFillTx/>
              <a:latin typeface="Times New Roman"/>
            </a:endParaRPr>
          </a:p>
        </p:txBody>
      </p:sp>
      <p:sp>
        <p:nvSpPr>
          <p:cNvPr id="235" name="PlaceHolder 3"/>
          <p:cNvSpPr>
            <a:spLocks noGrp="1"/>
          </p:cNvSpPr>
          <p:nvPr>
            <p:ph type="ftr" idx="50"/>
          </p:nvPr>
        </p:nvSpPr>
        <p:spPr>
          <a:xfrm>
            <a:off x="3124080" y="65203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s-CO" sz="1200" b="1" u="none" strike="noStrike">
                <a:solidFill>
                  <a:srgbClr val="DDD9C3"/>
                </a:solidFill>
                <a:effectLst/>
                <a:uFillTx/>
                <a:latin typeface="Calibri"/>
              </a:defRPr>
            </a:lvl1pPr>
          </a:lstStyle>
          <a:p>
            <a:pPr indent="0" algn="ctr" defTabSz="914400">
              <a:lnSpc>
                <a:spcPct val="100000"/>
              </a:lnSpc>
              <a:buNone/>
            </a:pPr>
            <a:r>
              <a:rPr lang="es-CO" sz="1200" b="1" u="none" strike="noStrike">
                <a:solidFill>
                  <a:srgbClr val="DDD9C3"/>
                </a:solidFill>
                <a:effectLst/>
                <a:uFillTx/>
                <a:latin typeface="Calibri"/>
              </a:rPr>
              <a:t>Juliana M. Fernández A.</a:t>
            </a:r>
            <a:endParaRPr lang="es-CO" sz="1200" b="0" u="none" strike="noStrike">
              <a:solidFill>
                <a:srgbClr val="000000"/>
              </a:solidFill>
              <a:effectLst/>
              <a:uFillTx/>
              <a:latin typeface="Times New Roman"/>
            </a:endParaRPr>
          </a:p>
        </p:txBody>
      </p:sp>
      <p:sp>
        <p:nvSpPr>
          <p:cNvPr id="236" name="PlaceHolder 4"/>
          <p:cNvSpPr>
            <a:spLocks noGrp="1"/>
          </p:cNvSpPr>
          <p:nvPr>
            <p:ph type="sldNum" idx="51"/>
          </p:nvPr>
        </p:nvSpPr>
        <p:spPr>
          <a:xfrm>
            <a:off x="6553080" y="65203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s-CO" sz="1200" b="1" u="none" strike="noStrike">
                <a:solidFill>
                  <a:srgbClr val="DDD9C3"/>
                </a:solidFill>
                <a:effectLst/>
                <a:uFillTx/>
                <a:latin typeface="Calibri"/>
              </a:defRPr>
            </a:lvl1pPr>
          </a:lstStyle>
          <a:p>
            <a:pPr indent="0" algn="r" defTabSz="914400">
              <a:lnSpc>
                <a:spcPct val="100000"/>
              </a:lnSpc>
              <a:buNone/>
            </a:pPr>
            <a:fld id="{6B62C32E-4043-427B-86E9-2E8A6126A410}" type="slidenum">
              <a:rPr lang="es-CO" sz="1200" b="1" u="none" strike="noStrike">
                <a:solidFill>
                  <a:srgbClr val="DDD9C3"/>
                </a:solidFill>
                <a:effectLst/>
                <a:uFillTx/>
                <a:latin typeface="Calibri"/>
              </a:rPr>
              <a:t>&lt;número&gt;</a:t>
            </a:fld>
            <a:endParaRPr lang="es-CO" sz="1200" b="0" u="none" strike="noStrike">
              <a:solidFill>
                <a:srgbClr val="000000"/>
              </a:solidFill>
              <a:effectLst/>
              <a:uFillTx/>
              <a:latin typeface="Times New Roman"/>
            </a:endParaRPr>
          </a:p>
        </p:txBody>
      </p:sp>
      <p:pic>
        <p:nvPicPr>
          <p:cNvPr id="237" name="Picture 2" descr="http://cdn.interestingengineering.com/wp-content/uploads/2017/02/fail28.jpg"/>
          <p:cNvPicPr/>
          <p:nvPr/>
        </p:nvPicPr>
        <p:blipFill>
          <a:blip r:embed="rId1"/>
          <a:stretch/>
        </p:blipFill>
        <p:spPr>
          <a:xfrm>
            <a:off x="533520" y="1249560"/>
            <a:ext cx="3797280" cy="5073120"/>
          </a:xfrm>
          <a:prstGeom prst="rect">
            <a:avLst/>
          </a:prstGeom>
          <a:noFill/>
          <a:ln w="0">
            <a:noFill/>
          </a:ln>
        </p:spPr>
      </p:pic>
      <p:pic>
        <p:nvPicPr>
          <p:cNvPr id="238" name="Picture 4" descr="http://cdn.interestingengineering.com/wp-content/uploads/2017/02/fail27.jpg"/>
          <p:cNvPicPr/>
          <p:nvPr/>
        </p:nvPicPr>
        <p:blipFill>
          <a:blip r:embed="rId2"/>
          <a:stretch/>
        </p:blipFill>
        <p:spPr>
          <a:xfrm>
            <a:off x="4425120" y="2031120"/>
            <a:ext cx="4605120" cy="3510360"/>
          </a:xfrm>
          <a:prstGeom prst="rect">
            <a:avLst/>
          </a:prstGeom>
          <a:noFill/>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hasCustomPrompt="1"/>
          </p:nvPr>
        </p:nvSpPr>
        <p:spPr>
          <a:xfrm>
            <a:off x="457200" y="274680"/>
            <a:ext cx="8229240" cy="1142640"/>
          </a:xfrm>
          <a:prstGeom prst="rect">
            <a:avLst/>
          </a:prstGeom>
          <a:noFill/>
          <a:ln w="0">
            <a:noFill/>
          </a:ln>
        </p:spPr>
        <p:txBody>
          <a:bodyPr lIns="91440" tIns="45720" rIns="91440" bIns="45720" anchor="ctr">
            <a:noAutofit/>
          </a:bodyPr>
          <a:p>
            <a:pPr indent="0" algn="ctr" defTabSz="914400">
              <a:lnSpc>
                <a:spcPct val="100000"/>
              </a:lnSpc>
              <a:buNone/>
            </a:pPr>
            <a:r>
              <a:rPr lang="es-CO" sz="3600" b="1" u="none" strike="noStrike">
                <a:solidFill>
                  <a:schemeClr val="dk2"/>
                </a:solidFill>
                <a:effectLst/>
                <a:uFillTx/>
                <a:latin typeface="Calibri"/>
              </a:rPr>
              <a:t>¿Qué es usabilidad?</a:t>
            </a:r>
            <a:endParaRPr lang="es-CO" sz="3600" b="1" u="none" strike="noStrike">
              <a:solidFill>
                <a:schemeClr val="dk2"/>
              </a:solidFill>
              <a:effectLst/>
              <a:uFillTx/>
              <a:latin typeface="Calibri"/>
            </a:endParaRPr>
          </a:p>
        </p:txBody>
      </p:sp>
      <p:graphicFrame>
        <p:nvGraphicFramePr>
          <p:cNvPr id="240" name="Marcador de contenido 3"/>
          <p:cNvGraphicFramePr/>
          <p:nvPr/>
        </p:nvGraphicFramePr>
        <p:xfrm>
          <a:off x="628560" y="2473200"/>
          <a:ext cx="7886520" cy="2840760"/>
        </p:xfrm>
        <a:graphic>
          <a:graphicData uri="http://schemas.openxmlformats.org/drawingml/2006/table">
            <a:tbl>
              <a:tblPr/>
              <a:tblGrid>
                <a:gridCol w="2139840"/>
                <a:gridCol w="5746680"/>
              </a:tblGrid>
              <a:tr h="370800">
                <a:tc>
                  <a:txBody>
                    <a:bodyPr anchor="t">
                      <a:noAutofit/>
                    </a:bodyPr>
                    <a:p>
                      <a:pPr algn="ctr" defTabSz="914400">
                        <a:lnSpc>
                          <a:spcPct val="100000"/>
                        </a:lnSpc>
                      </a:pPr>
                      <a:r>
                        <a:rPr lang="es-CO" sz="1800" b="1" u="none" strike="noStrike">
                          <a:solidFill>
                            <a:schemeClr val="lt1"/>
                          </a:solidFill>
                          <a:effectLst/>
                          <a:uFillTx/>
                          <a:latin typeface="Calibri"/>
                        </a:rPr>
                        <a:t>DIMENSIÓN</a:t>
                      </a:r>
                      <a:endParaRPr lang="es-CO"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00000"/>
                        </a:lnSpc>
                      </a:pPr>
                      <a:r>
                        <a:rPr lang="es-CO" sz="1800" b="1" u="none" strike="noStrike">
                          <a:solidFill>
                            <a:schemeClr val="lt1"/>
                          </a:solidFill>
                          <a:effectLst/>
                          <a:uFillTx/>
                          <a:latin typeface="Calibri"/>
                        </a:rPr>
                        <a:t>DESCRIPCIÓN</a:t>
                      </a:r>
                      <a:endParaRPr lang="es-CO"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algn="ctr" defTabSz="914400">
                        <a:lnSpc>
                          <a:spcPct val="100000"/>
                        </a:lnSpc>
                      </a:pPr>
                      <a:r>
                        <a:rPr lang="es-CO" sz="1800" b="0" u="none" strike="noStrike">
                          <a:solidFill>
                            <a:schemeClr val="dk1"/>
                          </a:solidFill>
                          <a:effectLst/>
                          <a:uFillTx/>
                          <a:latin typeface="Calibri"/>
                        </a:rPr>
                        <a:t>Útil</a:t>
                      </a:r>
                      <a:endParaRPr lang="es-CO"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914400">
                        <a:lnSpc>
                          <a:spcPct val="100000"/>
                        </a:lnSpc>
                      </a:pPr>
                      <a:r>
                        <a:rPr lang="es-CO" sz="1800" b="0" u="none" strike="noStrike">
                          <a:solidFill>
                            <a:schemeClr val="dk1"/>
                          </a:solidFill>
                          <a:effectLst/>
                          <a:uFillTx/>
                          <a:latin typeface="Calibri"/>
                        </a:rPr>
                        <a:t>Soporta el dominio del trabajo donde los usuarios cumplen los objetivos, independientemente de como los sistemas son implementados. </a:t>
                      </a:r>
                      <a:endParaRPr lang="es-CO" sz="1800" b="0" u="none" strike="noStrike">
                        <a:solidFill>
                          <a:srgbClr val="000000"/>
                        </a:solidFill>
                        <a:effectLst/>
                        <a:uFillTx/>
                        <a:latin typeface="Arial"/>
                      </a:endParaRPr>
                    </a:p>
                    <a:p>
                      <a:pPr algn="ctr" defTabSz="914400">
                        <a:lnSpc>
                          <a:spcPct val="100000"/>
                        </a:lnSpc>
                      </a:pPr>
                      <a:endParaRPr lang="es-CO"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algn="ctr" defTabSz="914400">
                        <a:lnSpc>
                          <a:spcPct val="100000"/>
                        </a:lnSpc>
                      </a:pPr>
                      <a:r>
                        <a:rPr lang="es-CO" sz="1800" b="0" u="none" strike="noStrike">
                          <a:solidFill>
                            <a:schemeClr val="dk1"/>
                          </a:solidFill>
                          <a:effectLst/>
                          <a:uFillTx/>
                          <a:latin typeface="Calibri"/>
                        </a:rPr>
                        <a:t>Usable</a:t>
                      </a:r>
                      <a:endParaRPr lang="es-CO"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914400">
                        <a:lnSpc>
                          <a:spcPct val="100000"/>
                        </a:lnSpc>
                      </a:pPr>
                      <a:r>
                        <a:rPr lang="es-CO" sz="1800" b="0" u="none" strike="noStrike">
                          <a:solidFill>
                            <a:schemeClr val="dk1"/>
                          </a:solidFill>
                          <a:effectLst/>
                          <a:uFillTx/>
                          <a:latin typeface="Calibri"/>
                        </a:rPr>
                        <a:t>Fácil de aprender, Fácil de usar, Tolerante a los errores</a:t>
                      </a:r>
                      <a:endParaRPr lang="es-CO" sz="1800" b="0" u="none" strike="noStrike">
                        <a:solidFill>
                          <a:srgbClr val="000000"/>
                        </a:solidFill>
                        <a:effectLst/>
                        <a:uFillTx/>
                        <a:latin typeface="Arial"/>
                      </a:endParaRPr>
                    </a:p>
                    <a:p>
                      <a:pPr algn="ctr" defTabSz="914400">
                        <a:lnSpc>
                          <a:spcPct val="100000"/>
                        </a:lnSpc>
                      </a:pPr>
                      <a:endParaRPr lang="es-CO"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algn="ctr" defTabSz="914400">
                        <a:lnSpc>
                          <a:spcPct val="100000"/>
                        </a:lnSpc>
                      </a:pPr>
                      <a:r>
                        <a:rPr lang="es-CO" sz="1800" b="0" u="none" strike="noStrike">
                          <a:solidFill>
                            <a:schemeClr val="dk1"/>
                          </a:solidFill>
                          <a:effectLst/>
                          <a:uFillTx/>
                          <a:latin typeface="Calibri"/>
                        </a:rPr>
                        <a:t>Satisfactorio</a:t>
                      </a:r>
                      <a:endParaRPr lang="es-CO"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914400">
                        <a:lnSpc>
                          <a:spcPct val="100000"/>
                        </a:lnSpc>
                      </a:pPr>
                      <a:r>
                        <a:rPr lang="es-CO" sz="1800" b="0" u="none" strike="noStrike">
                          <a:solidFill>
                            <a:schemeClr val="dk1"/>
                          </a:solidFill>
                          <a:effectLst/>
                          <a:uFillTx/>
                          <a:latin typeface="Calibri"/>
                        </a:rPr>
                        <a:t>Buena impresión subjetiva sobre lo útil, usable y agradable. </a:t>
                      </a:r>
                      <a:endParaRPr lang="es-CO" sz="1800" b="0" u="none" strike="noStrike">
                        <a:solidFill>
                          <a:srgbClr val="000000"/>
                        </a:solidFill>
                        <a:effectLst/>
                        <a:uFillTx/>
                        <a:latin typeface="Arial"/>
                      </a:endParaRPr>
                    </a:p>
                    <a:p>
                      <a:pPr algn="ctr" defTabSz="914400">
                        <a:lnSpc>
                          <a:spcPct val="100000"/>
                        </a:lnSpc>
                      </a:pPr>
                      <a:endParaRPr lang="es-CO"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2119</TotalTime>
  <Application>LibreOffice/26.8.0.3$Windows_X86_64 LibreOffice_project/bce0998afefdbc355585ca324285661a2170ba77</Application>
  <AppVersion>15.0000</AppVersion>
  <Words>2401</Words>
  <Paragraphs>317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2014-02-03T18:19:19Z</dcterms:created>
  <dc:creator>Juliana Maria Fernandez Arteaga</dc:creator>
  <dc:description/>
  <dc:language>es-CO</dc:language>
  <cp:lastModifiedBy>Ever Augusto Torres Silva</cp:lastModifiedBy>
  <dcterms:modified xsi:type="dcterms:W3CDTF">2017-04-03T22:07:01Z</dcterms:modified>
  <cp:revision>68</cp:revision>
  <dc:subject/>
  <dc:title>DISEÑO BIOMÉDICO 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vt:i4>
  </property>
  <property fmtid="{D5CDD505-2E9C-101B-9397-08002B2CF9AE}" pid="3" name="PresentationFormat">
    <vt:lpwstr>Presentación en pantalla (4:3)</vt:lpwstr>
  </property>
  <property fmtid="{D5CDD505-2E9C-101B-9397-08002B2CF9AE}" pid="4" name="Slides">
    <vt:i4>52</vt:i4>
  </property>
</Properties>
</file>