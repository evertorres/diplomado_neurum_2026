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82" r:id="rId3"/>
    <p:sldId id="289" r:id="rId4"/>
    <p:sldId id="291" r:id="rId5"/>
    <p:sldId id="290" r:id="rId6"/>
    <p:sldId id="295" r:id="rId7"/>
    <p:sldId id="292" r:id="rId8"/>
    <p:sldId id="293" r:id="rId9"/>
    <p:sldId id="294" r:id="rId10"/>
    <p:sldId id="296" r:id="rId11"/>
    <p:sldId id="257" r:id="rId12"/>
    <p:sldId id="283" r:id="rId13"/>
    <p:sldId id="284" r:id="rId14"/>
    <p:sldId id="285" r:id="rId15"/>
    <p:sldId id="286" r:id="rId16"/>
    <p:sldId id="303" r:id="rId17"/>
    <p:sldId id="287" r:id="rId18"/>
    <p:sldId id="302" r:id="rId19"/>
    <p:sldId id="298" r:id="rId20"/>
    <p:sldId id="299" r:id="rId21"/>
    <p:sldId id="300" r:id="rId22"/>
    <p:sldId id="301" r:id="rId23"/>
    <p:sldId id="297" r:id="rId24"/>
    <p:sldId id="288" r:id="rId25"/>
    <p:sldId id="260" r:id="rId26"/>
  </p:sldIdLst>
  <p:sldSz cx="12192000" cy="6858000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6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2CB59F-2CBD-AB93-96A6-463C406D843B}" v="25" dt="2024-05-29T15:41:01.464"/>
    <p1510:client id="{B825A9C2-CE79-9995-5D09-5C680F25E1E4}" v="58" dt="2024-05-28T21:36:01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7605" autoAdjust="0"/>
  </p:normalViewPr>
  <p:slideViewPr>
    <p:cSldViewPr snapToGrid="0">
      <p:cViewPr varScale="1">
        <p:scale>
          <a:sx n="139" d="100"/>
          <a:sy n="139" d="100"/>
        </p:scale>
        <p:origin x="114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er Augusto Torres Silva" userId="S::etorres@ces.edu.co::8f3bdf72-8c42-47af-b888-8bb25f8f0784" providerId="AD" clId="Web-{908E81A5-4FCD-C48E-CFA8-64010A159AF6}"/>
    <pc:docChg chg="addSld delSld modSld sldOrd">
      <pc:chgData name="Ever Augusto Torres Silva" userId="S::etorres@ces.edu.co::8f3bdf72-8c42-47af-b888-8bb25f8f0784" providerId="AD" clId="Web-{908E81A5-4FCD-C48E-CFA8-64010A159AF6}" dt="2024-05-26T22:58:55.957" v="446" actId="1076"/>
      <pc:docMkLst>
        <pc:docMk/>
      </pc:docMkLst>
      <pc:sldChg chg="modSp">
        <pc:chgData name="Ever Augusto Torres Silva" userId="S::etorres@ces.edu.co::8f3bdf72-8c42-47af-b888-8bb25f8f0784" providerId="AD" clId="Web-{908E81A5-4FCD-C48E-CFA8-64010A159AF6}" dt="2024-05-26T18:53:58.022" v="56" actId="20577"/>
        <pc:sldMkLst>
          <pc:docMk/>
          <pc:sldMk cId="1045623131" sldId="282"/>
        </pc:sldMkLst>
        <pc:spChg chg="mod">
          <ac:chgData name="Ever Augusto Torres Silva" userId="S::etorres@ces.edu.co::8f3bdf72-8c42-47af-b888-8bb25f8f0784" providerId="AD" clId="Web-{908E81A5-4FCD-C48E-CFA8-64010A159AF6}" dt="2024-05-26T18:53:58.022" v="56" actId="20577"/>
          <ac:spMkLst>
            <pc:docMk/>
            <pc:sldMk cId="1045623131" sldId="282"/>
            <ac:spMk id="4" creationId="{61497B04-2366-1878-6794-A737BCE812BF}"/>
          </ac:spMkLst>
        </pc:spChg>
      </pc:sldChg>
      <pc:sldChg chg="modSp">
        <pc:chgData name="Ever Augusto Torres Silva" userId="S::etorres@ces.edu.co::8f3bdf72-8c42-47af-b888-8bb25f8f0784" providerId="AD" clId="Web-{908E81A5-4FCD-C48E-CFA8-64010A159AF6}" dt="2024-05-26T18:38:56.138" v="6" actId="20577"/>
        <pc:sldMkLst>
          <pc:docMk/>
          <pc:sldMk cId="3945701848" sldId="283"/>
        </pc:sldMkLst>
        <pc:spChg chg="mod">
          <ac:chgData name="Ever Augusto Torres Silva" userId="S::etorres@ces.edu.co::8f3bdf72-8c42-47af-b888-8bb25f8f0784" providerId="AD" clId="Web-{908E81A5-4FCD-C48E-CFA8-64010A159AF6}" dt="2024-05-26T18:38:56.138" v="6" actId="20577"/>
          <ac:spMkLst>
            <pc:docMk/>
            <pc:sldMk cId="3945701848" sldId="283"/>
            <ac:spMk id="3" creationId="{644740FC-E378-F149-1C61-D80A92E6655D}"/>
          </ac:spMkLst>
        </pc:spChg>
      </pc:sldChg>
      <pc:sldChg chg="addSp delSp modSp">
        <pc:chgData name="Ever Augusto Torres Silva" userId="S::etorres@ces.edu.co::8f3bdf72-8c42-47af-b888-8bb25f8f0784" providerId="AD" clId="Web-{908E81A5-4FCD-C48E-CFA8-64010A159AF6}" dt="2024-05-26T20:43:08.394" v="273" actId="20577"/>
        <pc:sldMkLst>
          <pc:docMk/>
          <pc:sldMk cId="2770110908" sldId="287"/>
        </pc:sldMkLst>
        <pc:spChg chg="mod">
          <ac:chgData name="Ever Augusto Torres Silva" userId="S::etorres@ces.edu.co::8f3bdf72-8c42-47af-b888-8bb25f8f0784" providerId="AD" clId="Web-{908E81A5-4FCD-C48E-CFA8-64010A159AF6}" dt="2024-05-26T20:43:02.910" v="272" actId="20577"/>
          <ac:spMkLst>
            <pc:docMk/>
            <pc:sldMk cId="2770110908" sldId="287"/>
            <ac:spMk id="2" creationId="{ED7ED2C3-8F05-BDFA-919B-776FBF826AEC}"/>
          </ac:spMkLst>
        </pc:spChg>
        <pc:spChg chg="del">
          <ac:chgData name="Ever Augusto Torres Silva" userId="S::etorres@ces.edu.co::8f3bdf72-8c42-47af-b888-8bb25f8f0784" providerId="AD" clId="Web-{908E81A5-4FCD-C48E-CFA8-64010A159AF6}" dt="2024-05-26T20:32:21.363" v="179"/>
          <ac:spMkLst>
            <pc:docMk/>
            <pc:sldMk cId="2770110908" sldId="287"/>
            <ac:spMk id="3" creationId="{B398BD7D-BF59-7E75-D28E-4992ED11CB64}"/>
          </ac:spMkLst>
        </pc:spChg>
        <pc:spChg chg="add del mod">
          <ac:chgData name="Ever Augusto Torres Silva" userId="S::etorres@ces.edu.co::8f3bdf72-8c42-47af-b888-8bb25f8f0784" providerId="AD" clId="Web-{908E81A5-4FCD-C48E-CFA8-64010A159AF6}" dt="2024-05-26T20:42:58.254" v="263"/>
          <ac:spMkLst>
            <pc:docMk/>
            <pc:sldMk cId="2770110908" sldId="287"/>
            <ac:spMk id="4" creationId="{E64107E6-1CE6-EBC7-D23A-E653D9BD3849}"/>
          </ac:spMkLst>
        </pc:spChg>
        <pc:spChg chg="add del mod">
          <ac:chgData name="Ever Augusto Torres Silva" userId="S::etorres@ces.edu.co::8f3bdf72-8c42-47af-b888-8bb25f8f0784" providerId="AD" clId="Web-{908E81A5-4FCD-C48E-CFA8-64010A159AF6}" dt="2024-05-26T20:43:08.394" v="273" actId="20577"/>
          <ac:spMkLst>
            <pc:docMk/>
            <pc:sldMk cId="2770110908" sldId="287"/>
            <ac:spMk id="6" creationId="{6527DF9C-6413-AB46-AD21-3822048474C5}"/>
          </ac:spMkLst>
        </pc:spChg>
        <pc:spChg chg="add del mod">
          <ac:chgData name="Ever Augusto Torres Silva" userId="S::etorres@ces.edu.co::8f3bdf72-8c42-47af-b888-8bb25f8f0784" providerId="AD" clId="Web-{908E81A5-4FCD-C48E-CFA8-64010A159AF6}" dt="2024-05-26T20:42:59.379" v="265"/>
          <ac:spMkLst>
            <pc:docMk/>
            <pc:sldMk cId="2770110908" sldId="287"/>
            <ac:spMk id="8" creationId="{132C979D-E1D3-B036-2AEC-672D8701F599}"/>
          </ac:spMkLst>
        </pc:spChg>
        <pc:spChg chg="add del mod">
          <ac:chgData name="Ever Augusto Torres Silva" userId="S::etorres@ces.edu.co::8f3bdf72-8c42-47af-b888-8bb25f8f0784" providerId="AD" clId="Web-{908E81A5-4FCD-C48E-CFA8-64010A159AF6}" dt="2024-05-26T20:32:42.005" v="193"/>
          <ac:spMkLst>
            <pc:docMk/>
            <pc:sldMk cId="2770110908" sldId="287"/>
            <ac:spMk id="9" creationId="{10716BCF-F089-3EF2-25DE-D0FFC7E85B58}"/>
          </ac:spMkLst>
        </pc:spChg>
        <pc:spChg chg="add del mod">
          <ac:chgData name="Ever Augusto Torres Silva" userId="S::etorres@ces.edu.co::8f3bdf72-8c42-47af-b888-8bb25f8f0784" providerId="AD" clId="Web-{908E81A5-4FCD-C48E-CFA8-64010A159AF6}" dt="2024-05-26T20:32:42.005" v="192"/>
          <ac:spMkLst>
            <pc:docMk/>
            <pc:sldMk cId="2770110908" sldId="287"/>
            <ac:spMk id="10" creationId="{46B2A5B7-EF74-4876-CC51-71E8294E7F44}"/>
          </ac:spMkLst>
        </pc:spChg>
        <pc:spChg chg="add del mod">
          <ac:chgData name="Ever Augusto Torres Silva" userId="S::etorres@ces.edu.co::8f3bdf72-8c42-47af-b888-8bb25f8f0784" providerId="AD" clId="Web-{908E81A5-4FCD-C48E-CFA8-64010A159AF6}" dt="2024-05-26T20:42:59.379" v="266"/>
          <ac:spMkLst>
            <pc:docMk/>
            <pc:sldMk cId="2770110908" sldId="287"/>
            <ac:spMk id="11" creationId="{FA354854-BF55-0D9C-E159-0376D11856CA}"/>
          </ac:spMkLst>
        </pc:spChg>
        <pc:spChg chg="add del mod">
          <ac:chgData name="Ever Augusto Torres Silva" userId="S::etorres@ces.edu.co::8f3bdf72-8c42-47af-b888-8bb25f8f0784" providerId="AD" clId="Web-{908E81A5-4FCD-C48E-CFA8-64010A159AF6}" dt="2024-05-26T20:42:59.379" v="267"/>
          <ac:spMkLst>
            <pc:docMk/>
            <pc:sldMk cId="2770110908" sldId="287"/>
            <ac:spMk id="12" creationId="{C83E0364-81C5-E99B-2E3B-6C41249FD9C1}"/>
          </ac:spMkLst>
        </pc:spChg>
        <pc:picChg chg="add del mod">
          <ac:chgData name="Ever Augusto Torres Silva" userId="S::etorres@ces.edu.co::8f3bdf72-8c42-47af-b888-8bb25f8f0784" providerId="AD" clId="Web-{908E81A5-4FCD-C48E-CFA8-64010A159AF6}" dt="2024-05-26T20:42:55.660" v="262"/>
          <ac:picMkLst>
            <pc:docMk/>
            <pc:sldMk cId="2770110908" sldId="287"/>
            <ac:picMk id="13" creationId="{99588B0F-C87B-1477-8E7E-FD0B4CBC71FC}"/>
          </ac:picMkLst>
        </pc:picChg>
      </pc:sldChg>
      <pc:sldChg chg="addSp delSp modSp">
        <pc:chgData name="Ever Augusto Torres Silva" userId="S::etorres@ces.edu.co::8f3bdf72-8c42-47af-b888-8bb25f8f0784" providerId="AD" clId="Web-{908E81A5-4FCD-C48E-CFA8-64010A159AF6}" dt="2024-05-26T22:58:55.957" v="446" actId="1076"/>
        <pc:sldMkLst>
          <pc:docMk/>
          <pc:sldMk cId="609757579" sldId="288"/>
        </pc:sldMkLst>
        <pc:spChg chg="mod">
          <ac:chgData name="Ever Augusto Torres Silva" userId="S::etorres@ces.edu.co::8f3bdf72-8c42-47af-b888-8bb25f8f0784" providerId="AD" clId="Web-{908E81A5-4FCD-C48E-CFA8-64010A159AF6}" dt="2024-05-26T21:21:46.529" v="427" actId="20577"/>
          <ac:spMkLst>
            <pc:docMk/>
            <pc:sldMk cId="609757579" sldId="288"/>
            <ac:spMk id="2" creationId="{4E6DF571-804A-4222-91BB-37C4D8785577}"/>
          </ac:spMkLst>
        </pc:spChg>
        <pc:spChg chg="del">
          <ac:chgData name="Ever Augusto Torres Silva" userId="S::etorres@ces.edu.co::8f3bdf72-8c42-47af-b888-8bb25f8f0784" providerId="AD" clId="Web-{908E81A5-4FCD-C48E-CFA8-64010A159AF6}" dt="2024-05-26T21:21:49.388" v="428"/>
          <ac:spMkLst>
            <pc:docMk/>
            <pc:sldMk cId="609757579" sldId="288"/>
            <ac:spMk id="3" creationId="{3A6258F0-95A3-8F33-E67F-1D5254EF657C}"/>
          </ac:spMkLst>
        </pc:spChg>
        <pc:spChg chg="add mod">
          <ac:chgData name="Ever Augusto Torres Silva" userId="S::etorres@ces.edu.co::8f3bdf72-8c42-47af-b888-8bb25f8f0784" providerId="AD" clId="Web-{908E81A5-4FCD-C48E-CFA8-64010A159AF6}" dt="2024-05-26T22:58:55.957" v="446" actId="1076"/>
          <ac:spMkLst>
            <pc:docMk/>
            <pc:sldMk cId="609757579" sldId="288"/>
            <ac:spMk id="5" creationId="{9C6F17A1-2FE2-5E2B-5E0E-2D64DED6F4CE}"/>
          </ac:spMkLst>
        </pc:spChg>
        <pc:picChg chg="add mod ord">
          <ac:chgData name="Ever Augusto Torres Silva" userId="S::etorres@ces.edu.co::8f3bdf72-8c42-47af-b888-8bb25f8f0784" providerId="AD" clId="Web-{908E81A5-4FCD-C48E-CFA8-64010A159AF6}" dt="2024-05-26T21:23:27.266" v="432" actId="1076"/>
          <ac:picMkLst>
            <pc:docMk/>
            <pc:sldMk cId="609757579" sldId="288"/>
            <ac:picMk id="4" creationId="{F549450A-AA3F-058D-4585-81C345395F01}"/>
          </ac:picMkLst>
        </pc:picChg>
      </pc:sldChg>
      <pc:sldChg chg="addSp delSp modSp new mod modClrScheme chgLayout">
        <pc:chgData name="Ever Augusto Torres Silva" userId="S::etorres@ces.edu.co::8f3bdf72-8c42-47af-b888-8bb25f8f0784" providerId="AD" clId="Web-{908E81A5-4FCD-C48E-CFA8-64010A159AF6}" dt="2024-05-26T18:53:46.553" v="19" actId="1076"/>
        <pc:sldMkLst>
          <pc:docMk/>
          <pc:sldMk cId="304502596" sldId="289"/>
        </pc:sldMkLst>
        <pc:spChg chg="del mod ord">
          <ac:chgData name="Ever Augusto Torres Silva" userId="S::etorres@ces.edu.co::8f3bdf72-8c42-47af-b888-8bb25f8f0784" providerId="AD" clId="Web-{908E81A5-4FCD-C48E-CFA8-64010A159AF6}" dt="2024-05-26T18:53:25.676" v="10"/>
          <ac:spMkLst>
            <pc:docMk/>
            <pc:sldMk cId="304502596" sldId="289"/>
            <ac:spMk id="2" creationId="{9F70BE21-0BF1-017A-0954-4D3098FABD18}"/>
          </ac:spMkLst>
        </pc:spChg>
        <pc:spChg chg="del mod ord">
          <ac:chgData name="Ever Augusto Torres Silva" userId="S::etorres@ces.edu.co::8f3bdf72-8c42-47af-b888-8bb25f8f0784" providerId="AD" clId="Web-{908E81A5-4FCD-C48E-CFA8-64010A159AF6}" dt="2024-05-26T18:53:13.801" v="9"/>
          <ac:spMkLst>
            <pc:docMk/>
            <pc:sldMk cId="304502596" sldId="289"/>
            <ac:spMk id="3" creationId="{5CA958A7-1314-869E-9981-924CDB88ECA7}"/>
          </ac:spMkLst>
        </pc:spChg>
        <pc:picChg chg="add mod ord">
          <ac:chgData name="Ever Augusto Torres Silva" userId="S::etorres@ces.edu.co::8f3bdf72-8c42-47af-b888-8bb25f8f0784" providerId="AD" clId="Web-{908E81A5-4FCD-C48E-CFA8-64010A159AF6}" dt="2024-05-26T18:53:46.553" v="19" actId="1076"/>
          <ac:picMkLst>
            <pc:docMk/>
            <pc:sldMk cId="304502596" sldId="289"/>
            <ac:picMk id="4" creationId="{B3C38DF5-56A1-9FF6-5709-DF6162DA0E0C}"/>
          </ac:picMkLst>
        </pc:picChg>
      </pc:sldChg>
      <pc:sldChg chg="addSp delSp modSp new ord">
        <pc:chgData name="Ever Augusto Torres Silva" userId="S::etorres@ces.edu.co::8f3bdf72-8c42-47af-b888-8bb25f8f0784" providerId="AD" clId="Web-{908E81A5-4FCD-C48E-CFA8-64010A159AF6}" dt="2024-05-26T20:08:36.622" v="133"/>
        <pc:sldMkLst>
          <pc:docMk/>
          <pc:sldMk cId="3187497054" sldId="290"/>
        </pc:sldMkLst>
        <pc:spChg chg="mod">
          <ac:chgData name="Ever Augusto Torres Silva" userId="S::etorres@ces.edu.co::8f3bdf72-8c42-47af-b888-8bb25f8f0784" providerId="AD" clId="Web-{908E81A5-4FCD-C48E-CFA8-64010A159AF6}" dt="2024-05-26T18:55:51.310" v="60" actId="20577"/>
          <ac:spMkLst>
            <pc:docMk/>
            <pc:sldMk cId="3187497054" sldId="290"/>
            <ac:spMk id="2" creationId="{2E619B52-DED6-2C91-11B7-3576FA7B27E8}"/>
          </ac:spMkLst>
        </pc:spChg>
        <pc:spChg chg="add mod">
          <ac:chgData name="Ever Augusto Torres Silva" userId="S::etorres@ces.edu.co::8f3bdf72-8c42-47af-b888-8bb25f8f0784" providerId="AD" clId="Web-{908E81A5-4FCD-C48E-CFA8-64010A159AF6}" dt="2024-05-26T18:56:05.421" v="63"/>
          <ac:spMkLst>
            <pc:docMk/>
            <pc:sldMk cId="3187497054" sldId="290"/>
            <ac:spMk id="4" creationId="{2581C5D0-940E-1903-F383-AF1456D5FEDA}"/>
          </ac:spMkLst>
        </pc:spChg>
        <pc:spChg chg="add mod">
          <ac:chgData name="Ever Augusto Torres Silva" userId="S::etorres@ces.edu.co::8f3bdf72-8c42-47af-b888-8bb25f8f0784" providerId="AD" clId="Web-{908E81A5-4FCD-C48E-CFA8-64010A159AF6}" dt="2024-05-26T18:56:05.421" v="64"/>
          <ac:spMkLst>
            <pc:docMk/>
            <pc:sldMk cId="3187497054" sldId="290"/>
            <ac:spMk id="5" creationId="{5F3EBAE7-0EA7-BD02-AC0C-65E1A5F21828}"/>
          </ac:spMkLst>
        </pc:spChg>
        <pc:spChg chg="add mod">
          <ac:chgData name="Ever Augusto Torres Silva" userId="S::etorres@ces.edu.co::8f3bdf72-8c42-47af-b888-8bb25f8f0784" providerId="AD" clId="Web-{908E81A5-4FCD-C48E-CFA8-64010A159AF6}" dt="2024-05-26T18:56:10.296" v="65" actId="1076"/>
          <ac:spMkLst>
            <pc:docMk/>
            <pc:sldMk cId="3187497054" sldId="290"/>
            <ac:spMk id="6" creationId="{016ACC57-0F2D-36CD-4164-708785EFC1C5}"/>
          </ac:spMkLst>
        </pc:spChg>
        <pc:spChg chg="add mod">
          <ac:chgData name="Ever Augusto Torres Silva" userId="S::etorres@ces.edu.co::8f3bdf72-8c42-47af-b888-8bb25f8f0784" providerId="AD" clId="Web-{908E81A5-4FCD-C48E-CFA8-64010A159AF6}" dt="2024-05-26T18:56:14.312" v="66" actId="1076"/>
          <ac:spMkLst>
            <pc:docMk/>
            <pc:sldMk cId="3187497054" sldId="290"/>
            <ac:spMk id="7" creationId="{BF3A5255-87DE-4159-C93C-6443E0EB237C}"/>
          </ac:spMkLst>
        </pc:spChg>
        <pc:spChg chg="add del">
          <ac:chgData name="Ever Augusto Torres Silva" userId="S::etorres@ces.edu.co::8f3bdf72-8c42-47af-b888-8bb25f8f0784" providerId="AD" clId="Web-{908E81A5-4FCD-C48E-CFA8-64010A159AF6}" dt="2024-05-26T20:08:36.622" v="133"/>
          <ac:spMkLst>
            <pc:docMk/>
            <pc:sldMk cId="3187497054" sldId="290"/>
            <ac:spMk id="9" creationId="{F45A21EE-B442-DAB3-A5DD-106E3BFE5EA9}"/>
          </ac:spMkLst>
        </pc:spChg>
        <pc:picChg chg="add del">
          <ac:chgData name="Ever Augusto Torres Silva" userId="S::etorres@ces.edu.co::8f3bdf72-8c42-47af-b888-8bb25f8f0784" providerId="AD" clId="Web-{908E81A5-4FCD-C48E-CFA8-64010A159AF6}" dt="2024-05-26T20:08:36.622" v="133"/>
          <ac:picMkLst>
            <pc:docMk/>
            <pc:sldMk cId="3187497054" sldId="290"/>
            <ac:picMk id="8" creationId="{DC4F0926-D4E5-C35E-93EB-4A3EEC36D0B7}"/>
          </ac:picMkLst>
        </pc:picChg>
      </pc:sldChg>
      <pc:sldChg chg="addSp delSp modSp new">
        <pc:chgData name="Ever Augusto Torres Silva" userId="S::etorres@ces.edu.co::8f3bdf72-8c42-47af-b888-8bb25f8f0784" providerId="AD" clId="Web-{908E81A5-4FCD-C48E-CFA8-64010A159AF6}" dt="2024-05-26T20:18:17.137" v="140" actId="14100"/>
        <pc:sldMkLst>
          <pc:docMk/>
          <pc:sldMk cId="219757548" sldId="291"/>
        </pc:sldMkLst>
        <pc:spChg chg="mod">
          <ac:chgData name="Ever Augusto Torres Silva" userId="S::etorres@ces.edu.co::8f3bdf72-8c42-47af-b888-8bb25f8f0784" providerId="AD" clId="Web-{908E81A5-4FCD-C48E-CFA8-64010A159AF6}" dt="2024-05-26T19:01:21.362" v="90" actId="20577"/>
          <ac:spMkLst>
            <pc:docMk/>
            <pc:sldMk cId="219757548" sldId="291"/>
            <ac:spMk id="2" creationId="{D86E2A5A-1EE5-2AF6-923D-122F263D0292}"/>
          </ac:spMkLst>
        </pc:spChg>
        <pc:spChg chg="del">
          <ac:chgData name="Ever Augusto Torres Silva" userId="S::etorres@ces.edu.co::8f3bdf72-8c42-47af-b888-8bb25f8f0784" providerId="AD" clId="Web-{908E81A5-4FCD-C48E-CFA8-64010A159AF6}" dt="2024-05-26T18:57:15.300" v="72"/>
          <ac:spMkLst>
            <pc:docMk/>
            <pc:sldMk cId="219757548" sldId="291"/>
            <ac:spMk id="3" creationId="{304FEE8A-65F4-771E-E95A-87A85AD5C392}"/>
          </ac:spMkLst>
        </pc:spChg>
        <pc:spChg chg="add del">
          <ac:chgData name="Ever Augusto Torres Silva" userId="S::etorres@ces.edu.co::8f3bdf72-8c42-47af-b888-8bb25f8f0784" providerId="AD" clId="Web-{908E81A5-4FCD-C48E-CFA8-64010A159AF6}" dt="2024-05-26T18:57:07.299" v="69"/>
          <ac:spMkLst>
            <pc:docMk/>
            <pc:sldMk cId="219757548" sldId="291"/>
            <ac:spMk id="4" creationId="{9BE76D57-24E9-3208-0A49-E284A0362C68}"/>
          </ac:spMkLst>
        </pc:spChg>
        <pc:spChg chg="add del">
          <ac:chgData name="Ever Augusto Torres Silva" userId="S::etorres@ces.edu.co::8f3bdf72-8c42-47af-b888-8bb25f8f0784" providerId="AD" clId="Web-{908E81A5-4FCD-C48E-CFA8-64010A159AF6}" dt="2024-05-26T18:57:12.815" v="71"/>
          <ac:spMkLst>
            <pc:docMk/>
            <pc:sldMk cId="219757548" sldId="291"/>
            <ac:spMk id="5" creationId="{98E8BAD1-C840-17EF-8B9B-2BC69A99D2BC}"/>
          </ac:spMkLst>
        </pc:spChg>
        <pc:spChg chg="add mod">
          <ac:chgData name="Ever Augusto Torres Silva" userId="S::etorres@ces.edu.co::8f3bdf72-8c42-47af-b888-8bb25f8f0784" providerId="AD" clId="Web-{908E81A5-4FCD-C48E-CFA8-64010A159AF6}" dt="2024-05-26T20:18:17.137" v="140" actId="14100"/>
          <ac:spMkLst>
            <pc:docMk/>
            <pc:sldMk cId="219757548" sldId="291"/>
            <ac:spMk id="6" creationId="{7E937544-6BD6-9CBE-E0F8-E514D2CD05DF}"/>
          </ac:spMkLst>
        </pc:spChg>
        <pc:picChg chg="add mod">
          <ac:chgData name="Ever Augusto Torres Silva" userId="S::etorres@ces.edu.co::8f3bdf72-8c42-47af-b888-8bb25f8f0784" providerId="AD" clId="Web-{908E81A5-4FCD-C48E-CFA8-64010A159AF6}" dt="2024-05-26T19:01:25.691" v="92" actId="1076"/>
          <ac:picMkLst>
            <pc:docMk/>
            <pc:sldMk cId="219757548" sldId="291"/>
            <ac:picMk id="7" creationId="{2FF1F978-2F6F-1F17-1AA6-A1F8D2949F3A}"/>
          </ac:picMkLst>
        </pc:picChg>
      </pc:sldChg>
      <pc:sldChg chg="addSp modSp new">
        <pc:chgData name="Ever Augusto Torres Silva" userId="S::etorres@ces.edu.co::8f3bdf72-8c42-47af-b888-8bb25f8f0784" providerId="AD" clId="Web-{908E81A5-4FCD-C48E-CFA8-64010A159AF6}" dt="2024-05-26T19:03:20.917" v="107" actId="14100"/>
        <pc:sldMkLst>
          <pc:docMk/>
          <pc:sldMk cId="1265994435" sldId="292"/>
        </pc:sldMkLst>
        <pc:spChg chg="mod">
          <ac:chgData name="Ever Augusto Torres Silva" userId="S::etorres@ces.edu.co::8f3bdf72-8c42-47af-b888-8bb25f8f0784" providerId="AD" clId="Web-{908E81A5-4FCD-C48E-CFA8-64010A159AF6}" dt="2024-05-26T19:03:18.713" v="106" actId="20577"/>
          <ac:spMkLst>
            <pc:docMk/>
            <pc:sldMk cId="1265994435" sldId="292"/>
            <ac:spMk id="2" creationId="{810AA9B7-DBD0-67CA-4EBD-2B4C830E7016}"/>
          </ac:spMkLst>
        </pc:spChg>
        <pc:spChg chg="mod">
          <ac:chgData name="Ever Augusto Torres Silva" userId="S::etorres@ces.edu.co::8f3bdf72-8c42-47af-b888-8bb25f8f0784" providerId="AD" clId="Web-{908E81A5-4FCD-C48E-CFA8-64010A159AF6}" dt="2024-05-26T19:03:20.917" v="107" actId="14100"/>
          <ac:spMkLst>
            <pc:docMk/>
            <pc:sldMk cId="1265994435" sldId="292"/>
            <ac:spMk id="3" creationId="{74EB4EDC-A4F1-EB2B-D2E6-242635A3DB43}"/>
          </ac:spMkLst>
        </pc:spChg>
        <pc:picChg chg="add mod">
          <ac:chgData name="Ever Augusto Torres Silva" userId="S::etorres@ces.edu.co::8f3bdf72-8c42-47af-b888-8bb25f8f0784" providerId="AD" clId="Web-{908E81A5-4FCD-C48E-CFA8-64010A159AF6}" dt="2024-05-26T19:03:10.025" v="104" actId="1076"/>
          <ac:picMkLst>
            <pc:docMk/>
            <pc:sldMk cId="1265994435" sldId="292"/>
            <ac:picMk id="4" creationId="{18F1BE01-10B2-B460-E39E-545DAFA3A3DE}"/>
          </ac:picMkLst>
        </pc:picChg>
      </pc:sldChg>
      <pc:sldChg chg="addSp delSp modSp new">
        <pc:chgData name="Ever Augusto Torres Silva" userId="S::etorres@ces.edu.co::8f3bdf72-8c42-47af-b888-8bb25f8f0784" providerId="AD" clId="Web-{908E81A5-4FCD-C48E-CFA8-64010A159AF6}" dt="2024-05-26T19:04:00.857" v="116" actId="20577"/>
        <pc:sldMkLst>
          <pc:docMk/>
          <pc:sldMk cId="3810902847" sldId="293"/>
        </pc:sldMkLst>
        <pc:spChg chg="mod">
          <ac:chgData name="Ever Augusto Torres Silva" userId="S::etorres@ces.edu.co::8f3bdf72-8c42-47af-b888-8bb25f8f0784" providerId="AD" clId="Web-{908E81A5-4FCD-C48E-CFA8-64010A159AF6}" dt="2024-05-26T19:04:00.857" v="116" actId="20577"/>
          <ac:spMkLst>
            <pc:docMk/>
            <pc:sldMk cId="3810902847" sldId="293"/>
            <ac:spMk id="2" creationId="{D7DA0299-EA08-A030-3AD3-87751A75C11F}"/>
          </ac:spMkLst>
        </pc:spChg>
        <pc:spChg chg="del">
          <ac:chgData name="Ever Augusto Torres Silva" userId="S::etorres@ces.edu.co::8f3bdf72-8c42-47af-b888-8bb25f8f0784" providerId="AD" clId="Web-{908E81A5-4FCD-C48E-CFA8-64010A159AF6}" dt="2024-05-26T19:03:49.012" v="109"/>
          <ac:spMkLst>
            <pc:docMk/>
            <pc:sldMk cId="3810902847" sldId="293"/>
            <ac:spMk id="3" creationId="{6F278BDB-5402-29B8-07EA-20CAC4B8FC96}"/>
          </ac:spMkLst>
        </pc:spChg>
        <pc:picChg chg="add mod">
          <ac:chgData name="Ever Augusto Torres Silva" userId="S::etorres@ces.edu.co::8f3bdf72-8c42-47af-b888-8bb25f8f0784" providerId="AD" clId="Web-{908E81A5-4FCD-C48E-CFA8-64010A159AF6}" dt="2024-05-26T19:03:55.981" v="114" actId="1076"/>
          <ac:picMkLst>
            <pc:docMk/>
            <pc:sldMk cId="3810902847" sldId="293"/>
            <ac:picMk id="4" creationId="{BC161797-7A2F-E34F-6D8C-2E76F6170DB7}"/>
          </ac:picMkLst>
        </pc:picChg>
        <pc:picChg chg="add mod">
          <ac:chgData name="Ever Augusto Torres Silva" userId="S::etorres@ces.edu.co::8f3bdf72-8c42-47af-b888-8bb25f8f0784" providerId="AD" clId="Web-{908E81A5-4FCD-C48E-CFA8-64010A159AF6}" dt="2024-05-26T19:03:54.528" v="113" actId="1076"/>
          <ac:picMkLst>
            <pc:docMk/>
            <pc:sldMk cId="3810902847" sldId="293"/>
            <ac:picMk id="5" creationId="{B3026D71-9CFE-89DC-6182-204A5118B33E}"/>
          </ac:picMkLst>
        </pc:picChg>
      </pc:sldChg>
      <pc:sldChg chg="addSp delSp modSp new">
        <pc:chgData name="Ever Augusto Torres Silva" userId="S::etorres@ces.edu.co::8f3bdf72-8c42-47af-b888-8bb25f8f0784" providerId="AD" clId="Web-{908E81A5-4FCD-C48E-CFA8-64010A159AF6}" dt="2024-05-26T20:07:15.089" v="130" actId="20577"/>
        <pc:sldMkLst>
          <pc:docMk/>
          <pc:sldMk cId="2313300534" sldId="294"/>
        </pc:sldMkLst>
        <pc:spChg chg="mod">
          <ac:chgData name="Ever Augusto Torres Silva" userId="S::etorres@ces.edu.co::8f3bdf72-8c42-47af-b888-8bb25f8f0784" providerId="AD" clId="Web-{908E81A5-4FCD-C48E-CFA8-64010A159AF6}" dt="2024-05-26T20:07:15.089" v="130" actId="20577"/>
          <ac:spMkLst>
            <pc:docMk/>
            <pc:sldMk cId="2313300534" sldId="294"/>
            <ac:spMk id="2" creationId="{928BC9C7-995B-9526-72B3-1EA83EC85389}"/>
          </ac:spMkLst>
        </pc:spChg>
        <pc:spChg chg="del">
          <ac:chgData name="Ever Augusto Torres Silva" userId="S::etorres@ces.edu.co::8f3bdf72-8c42-47af-b888-8bb25f8f0784" providerId="AD" clId="Web-{908E81A5-4FCD-C48E-CFA8-64010A159AF6}" dt="2024-05-26T20:06:41.244" v="118"/>
          <ac:spMkLst>
            <pc:docMk/>
            <pc:sldMk cId="2313300534" sldId="294"/>
            <ac:spMk id="3" creationId="{BAF58C2E-3CF5-5E76-67AD-71BD9074F700}"/>
          </ac:spMkLst>
        </pc:spChg>
        <pc:spChg chg="add">
          <ac:chgData name="Ever Augusto Torres Silva" userId="S::etorres@ces.edu.co::8f3bdf72-8c42-47af-b888-8bb25f8f0784" providerId="AD" clId="Web-{908E81A5-4FCD-C48E-CFA8-64010A159AF6}" dt="2024-05-26T20:06:41.666" v="119"/>
          <ac:spMkLst>
            <pc:docMk/>
            <pc:sldMk cId="2313300534" sldId="294"/>
            <ac:spMk id="5" creationId="{B4777508-2134-29D1-B271-869AE301A2AE}"/>
          </ac:spMkLst>
        </pc:spChg>
        <pc:picChg chg="add">
          <ac:chgData name="Ever Augusto Torres Silva" userId="S::etorres@ces.edu.co::8f3bdf72-8c42-47af-b888-8bb25f8f0784" providerId="AD" clId="Web-{908E81A5-4FCD-C48E-CFA8-64010A159AF6}" dt="2024-05-26T20:06:41.666" v="119"/>
          <ac:picMkLst>
            <pc:docMk/>
            <pc:sldMk cId="2313300534" sldId="294"/>
            <ac:picMk id="4" creationId="{E706B9D4-1160-1DA9-FC91-0C6CB23FFB89}"/>
          </ac:picMkLst>
        </pc:picChg>
      </pc:sldChg>
      <pc:sldChg chg="addSp delSp new">
        <pc:chgData name="Ever Augusto Torres Silva" userId="S::etorres@ces.edu.co::8f3bdf72-8c42-47af-b888-8bb25f8f0784" providerId="AD" clId="Web-{908E81A5-4FCD-C48E-CFA8-64010A159AF6}" dt="2024-05-26T20:08:50.013" v="137"/>
        <pc:sldMkLst>
          <pc:docMk/>
          <pc:sldMk cId="168301440" sldId="295"/>
        </pc:sldMkLst>
        <pc:spChg chg="del">
          <ac:chgData name="Ever Augusto Torres Silva" userId="S::etorres@ces.edu.co::8f3bdf72-8c42-47af-b888-8bb25f8f0784" providerId="AD" clId="Web-{908E81A5-4FCD-C48E-CFA8-64010A159AF6}" dt="2024-05-26T20:08:50.013" v="137"/>
          <ac:spMkLst>
            <pc:docMk/>
            <pc:sldMk cId="168301440" sldId="295"/>
            <ac:spMk id="2" creationId="{734E946B-C703-562A-E166-DDEA30081CFA}"/>
          </ac:spMkLst>
        </pc:spChg>
        <pc:spChg chg="del">
          <ac:chgData name="Ever Augusto Torres Silva" userId="S::etorres@ces.edu.co::8f3bdf72-8c42-47af-b888-8bb25f8f0784" providerId="AD" clId="Web-{908E81A5-4FCD-C48E-CFA8-64010A159AF6}" dt="2024-05-26T20:08:42.232" v="135"/>
          <ac:spMkLst>
            <pc:docMk/>
            <pc:sldMk cId="168301440" sldId="295"/>
            <ac:spMk id="3" creationId="{C0587295-74FD-FFBE-AF6E-C815DD68A7A2}"/>
          </ac:spMkLst>
        </pc:spChg>
        <pc:spChg chg="add">
          <ac:chgData name="Ever Augusto Torres Silva" userId="S::etorres@ces.edu.co::8f3bdf72-8c42-47af-b888-8bb25f8f0784" providerId="AD" clId="Web-{908E81A5-4FCD-C48E-CFA8-64010A159AF6}" dt="2024-05-26T20:08:45.529" v="136"/>
          <ac:spMkLst>
            <pc:docMk/>
            <pc:sldMk cId="168301440" sldId="295"/>
            <ac:spMk id="5" creationId="{ECC3AD32-6555-4EE8-0C00-164906C25C4D}"/>
          </ac:spMkLst>
        </pc:spChg>
        <pc:picChg chg="add">
          <ac:chgData name="Ever Augusto Torres Silva" userId="S::etorres@ces.edu.co::8f3bdf72-8c42-47af-b888-8bb25f8f0784" providerId="AD" clId="Web-{908E81A5-4FCD-C48E-CFA8-64010A159AF6}" dt="2024-05-26T20:08:45.529" v="136"/>
          <ac:picMkLst>
            <pc:docMk/>
            <pc:sldMk cId="168301440" sldId="295"/>
            <ac:picMk id="4" creationId="{6160FBC8-3FC7-F44A-4A42-2F7740490E79}"/>
          </ac:picMkLst>
        </pc:picChg>
      </pc:sldChg>
      <pc:sldChg chg="modSp add ord replId">
        <pc:chgData name="Ever Augusto Torres Silva" userId="S::etorres@ces.edu.co::8f3bdf72-8c42-47af-b888-8bb25f8f0784" providerId="AD" clId="Web-{908E81A5-4FCD-C48E-CFA8-64010A159AF6}" dt="2024-05-26T20:21:55.582" v="162" actId="20577"/>
        <pc:sldMkLst>
          <pc:docMk/>
          <pc:sldMk cId="21642772" sldId="296"/>
        </pc:sldMkLst>
        <pc:spChg chg="mod">
          <ac:chgData name="Ever Augusto Torres Silva" userId="S::etorres@ces.edu.co::8f3bdf72-8c42-47af-b888-8bb25f8f0784" providerId="AD" clId="Web-{908E81A5-4FCD-C48E-CFA8-64010A159AF6}" dt="2024-05-26T20:21:55.582" v="162" actId="20577"/>
          <ac:spMkLst>
            <pc:docMk/>
            <pc:sldMk cId="21642772" sldId="296"/>
            <ac:spMk id="4" creationId="{61497B04-2366-1878-6794-A737BCE812BF}"/>
          </ac:spMkLst>
        </pc:spChg>
      </pc:sldChg>
      <pc:sldChg chg="addSp delSp modSp new">
        <pc:chgData name="Ever Augusto Torres Silva" userId="S::etorres@ces.edu.co::8f3bdf72-8c42-47af-b888-8bb25f8f0784" providerId="AD" clId="Web-{908E81A5-4FCD-C48E-CFA8-64010A159AF6}" dt="2024-05-26T21:18:48.790" v="422" actId="1076"/>
        <pc:sldMkLst>
          <pc:docMk/>
          <pc:sldMk cId="4103065934" sldId="297"/>
        </pc:sldMkLst>
        <pc:spChg chg="mod">
          <ac:chgData name="Ever Augusto Torres Silva" userId="S::etorres@ces.edu.co::8f3bdf72-8c42-47af-b888-8bb25f8f0784" providerId="AD" clId="Web-{908E81A5-4FCD-C48E-CFA8-64010A159AF6}" dt="2024-05-26T21:16:11.973" v="394" actId="20577"/>
          <ac:spMkLst>
            <pc:docMk/>
            <pc:sldMk cId="4103065934" sldId="297"/>
            <ac:spMk id="2" creationId="{7D0D8C0B-BE29-9411-BE4E-16DFDF1C2072}"/>
          </ac:spMkLst>
        </pc:spChg>
        <pc:spChg chg="del">
          <ac:chgData name="Ever Augusto Torres Silva" userId="S::etorres@ces.edu.co::8f3bdf72-8c42-47af-b888-8bb25f8f0784" providerId="AD" clId="Web-{908E81A5-4FCD-C48E-CFA8-64010A159AF6}" dt="2024-05-26T21:15:08.065" v="381"/>
          <ac:spMkLst>
            <pc:docMk/>
            <pc:sldMk cId="4103065934" sldId="297"/>
            <ac:spMk id="3" creationId="{3D3686D1-E2BC-9CDE-AE1A-4EBA6D8317E1}"/>
          </ac:spMkLst>
        </pc:spChg>
        <pc:spChg chg="add mod">
          <ac:chgData name="Ever Augusto Torres Silva" userId="S::etorres@ces.edu.co::8f3bdf72-8c42-47af-b888-8bb25f8f0784" providerId="AD" clId="Web-{908E81A5-4FCD-C48E-CFA8-64010A159AF6}" dt="2024-05-26T21:18:21.492" v="410" actId="1076"/>
          <ac:spMkLst>
            <pc:docMk/>
            <pc:sldMk cId="4103065934" sldId="297"/>
            <ac:spMk id="5" creationId="{422ED9E7-4AEA-11CB-D207-EA7C8D23E7D7}"/>
          </ac:spMkLst>
        </pc:spChg>
        <pc:spChg chg="add mod">
          <ac:chgData name="Ever Augusto Torres Silva" userId="S::etorres@ces.edu.co::8f3bdf72-8c42-47af-b888-8bb25f8f0784" providerId="AD" clId="Web-{908E81A5-4FCD-C48E-CFA8-64010A159AF6}" dt="2024-05-26T21:18:48.790" v="422" actId="1076"/>
          <ac:spMkLst>
            <pc:docMk/>
            <pc:sldMk cId="4103065934" sldId="297"/>
            <ac:spMk id="6" creationId="{0EACB41D-05D4-0833-1345-64951DFE7300}"/>
          </ac:spMkLst>
        </pc:spChg>
        <pc:picChg chg="add mod">
          <ac:chgData name="Ever Augusto Torres Silva" userId="S::etorres@ces.edu.co::8f3bdf72-8c42-47af-b888-8bb25f8f0784" providerId="AD" clId="Web-{908E81A5-4FCD-C48E-CFA8-64010A159AF6}" dt="2024-05-26T21:15:17.690" v="385" actId="1076"/>
          <ac:picMkLst>
            <pc:docMk/>
            <pc:sldMk cId="4103065934" sldId="297"/>
            <ac:picMk id="4" creationId="{48BD24DA-A2BB-F3E1-F06F-B9B9DE97DE76}"/>
          </ac:picMkLst>
        </pc:picChg>
      </pc:sldChg>
      <pc:sldChg chg="addSp delSp modSp add replId">
        <pc:chgData name="Ever Augusto Torres Silva" userId="S::etorres@ces.edu.co::8f3bdf72-8c42-47af-b888-8bb25f8f0784" providerId="AD" clId="Web-{908E81A5-4FCD-C48E-CFA8-64010A159AF6}" dt="2024-05-26T20:44:28.850" v="304" actId="14100"/>
        <pc:sldMkLst>
          <pc:docMk/>
          <pc:sldMk cId="1554520922" sldId="298"/>
        </pc:sldMkLst>
        <pc:spChg chg="mod">
          <ac:chgData name="Ever Augusto Torres Silva" userId="S::etorres@ces.edu.co::8f3bdf72-8c42-47af-b888-8bb25f8f0784" providerId="AD" clId="Web-{908E81A5-4FCD-C48E-CFA8-64010A159AF6}" dt="2024-05-26T20:43:21.551" v="288" actId="20577"/>
          <ac:spMkLst>
            <pc:docMk/>
            <pc:sldMk cId="1554520922" sldId="298"/>
            <ac:spMk id="2" creationId="{ED7ED2C3-8F05-BDFA-919B-776FBF826AEC}"/>
          </ac:spMkLst>
        </pc:spChg>
        <pc:spChg chg="del">
          <ac:chgData name="Ever Augusto Torres Silva" userId="S::etorres@ces.edu.co::8f3bdf72-8c42-47af-b888-8bb25f8f0784" providerId="AD" clId="Web-{908E81A5-4FCD-C48E-CFA8-64010A159AF6}" dt="2024-05-26T20:44:23.865" v="303"/>
          <ac:spMkLst>
            <pc:docMk/>
            <pc:sldMk cId="1554520922" sldId="298"/>
            <ac:spMk id="4" creationId="{E64107E6-1CE6-EBC7-D23A-E653D9BD3849}"/>
          </ac:spMkLst>
        </pc:spChg>
        <pc:spChg chg="del">
          <ac:chgData name="Ever Augusto Torres Silva" userId="S::etorres@ces.edu.co::8f3bdf72-8c42-47af-b888-8bb25f8f0784" providerId="AD" clId="Web-{908E81A5-4FCD-C48E-CFA8-64010A159AF6}" dt="2024-05-26T20:43:13.629" v="275"/>
          <ac:spMkLst>
            <pc:docMk/>
            <pc:sldMk cId="1554520922" sldId="298"/>
            <ac:spMk id="6" creationId="{6527DF9C-6413-AB46-AD21-3822048474C5}"/>
          </ac:spMkLst>
        </pc:spChg>
        <pc:spChg chg="del">
          <ac:chgData name="Ever Augusto Torres Silva" userId="S::etorres@ces.edu.co::8f3bdf72-8c42-47af-b888-8bb25f8f0784" providerId="AD" clId="Web-{908E81A5-4FCD-C48E-CFA8-64010A159AF6}" dt="2024-05-26T20:43:14.066" v="276"/>
          <ac:spMkLst>
            <pc:docMk/>
            <pc:sldMk cId="1554520922" sldId="298"/>
            <ac:spMk id="8" creationId="{132C979D-E1D3-B036-2AEC-672D8701F599}"/>
          </ac:spMkLst>
        </pc:spChg>
        <pc:spChg chg="del">
          <ac:chgData name="Ever Augusto Torres Silva" userId="S::etorres@ces.edu.co::8f3bdf72-8c42-47af-b888-8bb25f8f0784" providerId="AD" clId="Web-{908E81A5-4FCD-C48E-CFA8-64010A159AF6}" dt="2024-05-26T20:43:14.598" v="277"/>
          <ac:spMkLst>
            <pc:docMk/>
            <pc:sldMk cId="1554520922" sldId="298"/>
            <ac:spMk id="11" creationId="{FA354854-BF55-0D9C-E159-0376D11856CA}"/>
          </ac:spMkLst>
        </pc:spChg>
        <pc:spChg chg="del">
          <ac:chgData name="Ever Augusto Torres Silva" userId="S::etorres@ces.edu.co::8f3bdf72-8c42-47af-b888-8bb25f8f0784" providerId="AD" clId="Web-{908E81A5-4FCD-C48E-CFA8-64010A159AF6}" dt="2024-05-26T20:43:15.067" v="278"/>
          <ac:spMkLst>
            <pc:docMk/>
            <pc:sldMk cId="1554520922" sldId="298"/>
            <ac:spMk id="12" creationId="{C83E0364-81C5-E99B-2E3B-6C41249FD9C1}"/>
          </ac:spMkLst>
        </pc:spChg>
        <pc:picChg chg="add del mod">
          <ac:chgData name="Ever Augusto Torres Silva" userId="S::etorres@ces.edu.co::8f3bdf72-8c42-47af-b888-8bb25f8f0784" providerId="AD" clId="Web-{908E81A5-4FCD-C48E-CFA8-64010A159AF6}" dt="2024-05-26T20:43:30.254" v="290"/>
          <ac:picMkLst>
            <pc:docMk/>
            <pc:sldMk cId="1554520922" sldId="298"/>
            <ac:picMk id="3" creationId="{DC9A80E0-67D6-E182-E245-4BEF40A8DE8A}"/>
          </ac:picMkLst>
        </pc:picChg>
        <pc:picChg chg="add mod">
          <ac:chgData name="Ever Augusto Torres Silva" userId="S::etorres@ces.edu.co::8f3bdf72-8c42-47af-b888-8bb25f8f0784" providerId="AD" clId="Web-{908E81A5-4FCD-C48E-CFA8-64010A159AF6}" dt="2024-05-26T20:44:28.850" v="304" actId="14100"/>
          <ac:picMkLst>
            <pc:docMk/>
            <pc:sldMk cId="1554520922" sldId="298"/>
            <ac:picMk id="5" creationId="{107853B4-55FC-3962-1E88-6A54D93560E1}"/>
          </ac:picMkLst>
        </pc:picChg>
      </pc:sldChg>
      <pc:sldChg chg="add del replId">
        <pc:chgData name="Ever Augusto Torres Silva" userId="S::etorres@ces.edu.co::8f3bdf72-8c42-47af-b888-8bb25f8f0784" providerId="AD" clId="Web-{908E81A5-4FCD-C48E-CFA8-64010A159AF6}" dt="2024-05-26T20:42:45.175" v="258"/>
        <pc:sldMkLst>
          <pc:docMk/>
          <pc:sldMk cId="3204832887" sldId="298"/>
        </pc:sldMkLst>
      </pc:sldChg>
      <pc:sldChg chg="addSp delSp modSp add replId">
        <pc:chgData name="Ever Augusto Torres Silva" userId="S::etorres@ces.edu.co::8f3bdf72-8c42-47af-b888-8bb25f8f0784" providerId="AD" clId="Web-{908E81A5-4FCD-C48E-CFA8-64010A159AF6}" dt="2024-05-26T20:43:48.177" v="300" actId="14100"/>
        <pc:sldMkLst>
          <pc:docMk/>
          <pc:sldMk cId="3605178939" sldId="299"/>
        </pc:sldMkLst>
        <pc:spChg chg="mod">
          <ac:chgData name="Ever Augusto Torres Silva" userId="S::etorres@ces.edu.co::8f3bdf72-8c42-47af-b888-8bb25f8f0784" providerId="AD" clId="Web-{908E81A5-4FCD-C48E-CFA8-64010A159AF6}" dt="2024-05-26T20:43:35.973" v="295" actId="20577"/>
          <ac:spMkLst>
            <pc:docMk/>
            <pc:sldMk cId="3605178939" sldId="299"/>
            <ac:spMk id="2" creationId="{ED7ED2C3-8F05-BDFA-919B-776FBF826AEC}"/>
          </ac:spMkLst>
        </pc:spChg>
        <pc:spChg chg="del">
          <ac:chgData name="Ever Augusto Torres Silva" userId="S::etorres@ces.edu.co::8f3bdf72-8c42-47af-b888-8bb25f8f0784" providerId="AD" clId="Web-{908E81A5-4FCD-C48E-CFA8-64010A159AF6}" dt="2024-05-26T20:43:41.755" v="298"/>
          <ac:spMkLst>
            <pc:docMk/>
            <pc:sldMk cId="3605178939" sldId="299"/>
            <ac:spMk id="4" creationId="{E64107E6-1CE6-EBC7-D23A-E653D9BD3849}"/>
          </ac:spMkLst>
        </pc:spChg>
        <pc:picChg chg="add mod">
          <ac:chgData name="Ever Augusto Torres Silva" userId="S::etorres@ces.edu.co::8f3bdf72-8c42-47af-b888-8bb25f8f0784" providerId="AD" clId="Web-{908E81A5-4FCD-C48E-CFA8-64010A159AF6}" dt="2024-05-26T20:43:48.177" v="300" actId="14100"/>
          <ac:picMkLst>
            <pc:docMk/>
            <pc:sldMk cId="3605178939" sldId="299"/>
            <ac:picMk id="3" creationId="{519167B9-1944-EDA6-4374-2C0E134CCC71}"/>
          </ac:picMkLst>
        </pc:picChg>
      </pc:sldChg>
      <pc:sldChg chg="addSp delSp modSp add replId">
        <pc:chgData name="Ever Augusto Torres Silva" userId="S::etorres@ces.edu.co::8f3bdf72-8c42-47af-b888-8bb25f8f0784" providerId="AD" clId="Web-{908E81A5-4FCD-C48E-CFA8-64010A159AF6}" dt="2024-05-26T20:46:03.024" v="315" actId="1076"/>
        <pc:sldMkLst>
          <pc:docMk/>
          <pc:sldMk cId="897285816" sldId="300"/>
        </pc:sldMkLst>
        <pc:spChg chg="mod">
          <ac:chgData name="Ever Augusto Torres Silva" userId="S::etorres@ces.edu.co::8f3bdf72-8c42-47af-b888-8bb25f8f0784" providerId="AD" clId="Web-{908E81A5-4FCD-C48E-CFA8-64010A159AF6}" dt="2024-05-26T20:46:03.024" v="315" actId="1076"/>
          <ac:spMkLst>
            <pc:docMk/>
            <pc:sldMk cId="897285816" sldId="300"/>
            <ac:spMk id="2" creationId="{ED7ED2C3-8F05-BDFA-919B-776FBF826AEC}"/>
          </ac:spMkLst>
        </pc:spChg>
        <pc:picChg chg="del">
          <ac:chgData name="Ever Augusto Torres Silva" userId="S::etorres@ces.edu.co::8f3bdf72-8c42-47af-b888-8bb25f8f0784" providerId="AD" clId="Web-{908E81A5-4FCD-C48E-CFA8-64010A159AF6}" dt="2024-05-26T20:45:08.132" v="309"/>
          <ac:picMkLst>
            <pc:docMk/>
            <pc:sldMk cId="897285816" sldId="300"/>
            <ac:picMk id="3" creationId="{519167B9-1944-EDA6-4374-2C0E134CCC71}"/>
          </ac:picMkLst>
        </pc:picChg>
        <pc:picChg chg="add mod">
          <ac:chgData name="Ever Augusto Torres Silva" userId="S::etorres@ces.edu.co::8f3bdf72-8c42-47af-b888-8bb25f8f0784" providerId="AD" clId="Web-{908E81A5-4FCD-C48E-CFA8-64010A159AF6}" dt="2024-05-26T20:45:49.836" v="312" actId="1076"/>
          <ac:picMkLst>
            <pc:docMk/>
            <pc:sldMk cId="897285816" sldId="300"/>
            <ac:picMk id="4" creationId="{3B12FA27-FC83-8D9C-C7B5-1D25E6C16726}"/>
          </ac:picMkLst>
        </pc:picChg>
      </pc:sldChg>
      <pc:sldChg chg="addSp delSp modSp add replId">
        <pc:chgData name="Ever Augusto Torres Silva" userId="S::etorres@ces.edu.co::8f3bdf72-8c42-47af-b888-8bb25f8f0784" providerId="AD" clId="Web-{908E81A5-4FCD-C48E-CFA8-64010A159AF6}" dt="2024-05-26T20:48:00.747" v="331" actId="1076"/>
        <pc:sldMkLst>
          <pc:docMk/>
          <pc:sldMk cId="927264223" sldId="301"/>
        </pc:sldMkLst>
        <pc:spChg chg="mod">
          <ac:chgData name="Ever Augusto Torres Silva" userId="S::etorres@ces.edu.co::8f3bdf72-8c42-47af-b888-8bb25f8f0784" providerId="AD" clId="Web-{908E81A5-4FCD-C48E-CFA8-64010A159AF6}" dt="2024-05-26T20:47:33.403" v="328" actId="14100"/>
          <ac:spMkLst>
            <pc:docMk/>
            <pc:sldMk cId="927264223" sldId="301"/>
            <ac:spMk id="2" creationId="{ED7ED2C3-8F05-BDFA-919B-776FBF826AEC}"/>
          </ac:spMkLst>
        </pc:spChg>
        <pc:picChg chg="add mod">
          <ac:chgData name="Ever Augusto Torres Silva" userId="S::etorres@ces.edu.co::8f3bdf72-8c42-47af-b888-8bb25f8f0784" providerId="AD" clId="Web-{908E81A5-4FCD-C48E-CFA8-64010A159AF6}" dt="2024-05-26T20:48:00.747" v="331" actId="1076"/>
          <ac:picMkLst>
            <pc:docMk/>
            <pc:sldMk cId="927264223" sldId="301"/>
            <ac:picMk id="3" creationId="{3418A3C5-EF4A-50F5-E0DF-36510BCBF35C}"/>
          </ac:picMkLst>
        </pc:picChg>
        <pc:picChg chg="del">
          <ac:chgData name="Ever Augusto Torres Silva" userId="S::etorres@ces.edu.co::8f3bdf72-8c42-47af-b888-8bb25f8f0784" providerId="AD" clId="Web-{908E81A5-4FCD-C48E-CFA8-64010A159AF6}" dt="2024-05-26T20:47:35.200" v="329"/>
          <ac:picMkLst>
            <pc:docMk/>
            <pc:sldMk cId="927264223" sldId="301"/>
            <ac:picMk id="4" creationId="{3B12FA27-FC83-8D9C-C7B5-1D25E6C16726}"/>
          </ac:picMkLst>
        </pc:picChg>
      </pc:sldChg>
      <pc:sldChg chg="delSp modSp add del ord replId">
        <pc:chgData name="Ever Augusto Torres Silva" userId="S::etorres@ces.edu.co::8f3bdf72-8c42-47af-b888-8bb25f8f0784" providerId="AD" clId="Web-{908E81A5-4FCD-C48E-CFA8-64010A159AF6}" dt="2024-05-26T20:47:23.903" v="325"/>
        <pc:sldMkLst>
          <pc:docMk/>
          <pc:sldMk cId="2831788919" sldId="301"/>
        </pc:sldMkLst>
        <pc:spChg chg="mod">
          <ac:chgData name="Ever Augusto Torres Silva" userId="S::etorres@ces.edu.co::8f3bdf72-8c42-47af-b888-8bb25f8f0784" providerId="AD" clId="Web-{908E81A5-4FCD-C48E-CFA8-64010A159AF6}" dt="2024-05-26T20:46:22.462" v="323" actId="20577"/>
          <ac:spMkLst>
            <pc:docMk/>
            <pc:sldMk cId="2831788919" sldId="301"/>
            <ac:spMk id="2" creationId="{ED7ED2C3-8F05-BDFA-919B-776FBF826AEC}"/>
          </ac:spMkLst>
        </pc:spChg>
        <pc:picChg chg="del">
          <ac:chgData name="Ever Augusto Torres Silva" userId="S::etorres@ces.edu.co::8f3bdf72-8c42-47af-b888-8bb25f8f0784" providerId="AD" clId="Web-{908E81A5-4FCD-C48E-CFA8-64010A159AF6}" dt="2024-05-26T20:47:13.887" v="324"/>
          <ac:picMkLst>
            <pc:docMk/>
            <pc:sldMk cId="2831788919" sldId="301"/>
            <ac:picMk id="3" creationId="{519167B9-1944-EDA6-4374-2C0E134CCC71}"/>
          </ac:picMkLst>
        </pc:picChg>
      </pc:sldChg>
      <pc:sldChg chg="modSp new modNotes">
        <pc:chgData name="Ever Augusto Torres Silva" userId="S::etorres@ces.edu.co::8f3bdf72-8c42-47af-b888-8bb25f8f0784" providerId="AD" clId="Web-{908E81A5-4FCD-C48E-CFA8-64010A159AF6}" dt="2024-05-26T20:57:50.511" v="375"/>
        <pc:sldMkLst>
          <pc:docMk/>
          <pc:sldMk cId="2709471496" sldId="302"/>
        </pc:sldMkLst>
        <pc:spChg chg="mod">
          <ac:chgData name="Ever Augusto Torres Silva" userId="S::etorres@ces.edu.co::8f3bdf72-8c42-47af-b888-8bb25f8f0784" providerId="AD" clId="Web-{908E81A5-4FCD-C48E-CFA8-64010A159AF6}" dt="2024-05-26T20:54:37.694" v="336" actId="20577"/>
          <ac:spMkLst>
            <pc:docMk/>
            <pc:sldMk cId="2709471496" sldId="302"/>
            <ac:spMk id="2" creationId="{4356151C-112D-3CE3-2104-95A493E58205}"/>
          </ac:spMkLst>
        </pc:spChg>
        <pc:spChg chg="mod">
          <ac:chgData name="Ever Augusto Torres Silva" userId="S::etorres@ces.edu.co::8f3bdf72-8c42-47af-b888-8bb25f8f0784" providerId="AD" clId="Web-{908E81A5-4FCD-C48E-CFA8-64010A159AF6}" dt="2024-05-26T20:56:21.791" v="346" actId="20577"/>
          <ac:spMkLst>
            <pc:docMk/>
            <pc:sldMk cId="2709471496" sldId="302"/>
            <ac:spMk id="3" creationId="{2F6A1B28-EE1F-BCD3-3872-B5BD8C154BEC}"/>
          </ac:spMkLst>
        </pc:spChg>
      </pc:sldChg>
    </pc:docChg>
  </pc:docChgLst>
  <pc:docChgLst>
    <pc:chgData name="Ever Augusto Torres Silva" userId="S::etorres@ces.edu.co::8f3bdf72-8c42-47af-b888-8bb25f8f0784" providerId="AD" clId="Web-{3B2CB59F-2CBD-AB93-96A6-463C406D843B}"/>
    <pc:docChg chg="modSld">
      <pc:chgData name="Ever Augusto Torres Silva" userId="S::etorres@ces.edu.co::8f3bdf72-8c42-47af-b888-8bb25f8f0784" providerId="AD" clId="Web-{3B2CB59F-2CBD-AB93-96A6-463C406D843B}" dt="2024-05-29T15:33:13.265" v="33" actId="14100"/>
      <pc:docMkLst>
        <pc:docMk/>
      </pc:docMkLst>
      <pc:sldChg chg="modNotes">
        <pc:chgData name="Ever Augusto Torres Silva" userId="S::etorres@ces.edu.co::8f3bdf72-8c42-47af-b888-8bb25f8f0784" providerId="AD" clId="Web-{3B2CB59F-2CBD-AB93-96A6-463C406D843B}" dt="2024-05-29T14:56:31.970" v="5"/>
        <pc:sldMkLst>
          <pc:docMk/>
          <pc:sldMk cId="0" sldId="257"/>
        </pc:sldMkLst>
      </pc:sldChg>
      <pc:sldChg chg="modNotes">
        <pc:chgData name="Ever Augusto Torres Silva" userId="S::etorres@ces.edu.co::8f3bdf72-8c42-47af-b888-8bb25f8f0784" providerId="AD" clId="Web-{3B2CB59F-2CBD-AB93-96A6-463C406D843B}" dt="2024-05-29T15:02:03.056" v="7"/>
        <pc:sldMkLst>
          <pc:docMk/>
          <pc:sldMk cId="3945701848" sldId="283"/>
        </pc:sldMkLst>
      </pc:sldChg>
      <pc:sldChg chg="modNotes">
        <pc:chgData name="Ever Augusto Torres Silva" userId="S::etorres@ces.edu.co::8f3bdf72-8c42-47af-b888-8bb25f8f0784" providerId="AD" clId="Web-{3B2CB59F-2CBD-AB93-96A6-463C406D843B}" dt="2024-05-29T15:06:07.039" v="13"/>
        <pc:sldMkLst>
          <pc:docMk/>
          <pc:sldMk cId="3418886502" sldId="284"/>
        </pc:sldMkLst>
      </pc:sldChg>
      <pc:sldChg chg="modNotes">
        <pc:chgData name="Ever Augusto Torres Silva" userId="S::etorres@ces.edu.co::8f3bdf72-8c42-47af-b888-8bb25f8f0784" providerId="AD" clId="Web-{3B2CB59F-2CBD-AB93-96A6-463C406D843B}" dt="2024-05-29T15:06:37.571" v="15"/>
        <pc:sldMkLst>
          <pc:docMk/>
          <pc:sldMk cId="1500502691" sldId="285"/>
        </pc:sldMkLst>
      </pc:sldChg>
      <pc:sldChg chg="modNotes">
        <pc:chgData name="Ever Augusto Torres Silva" userId="S::etorres@ces.edu.co::8f3bdf72-8c42-47af-b888-8bb25f8f0784" providerId="AD" clId="Web-{3B2CB59F-2CBD-AB93-96A6-463C406D843B}" dt="2024-05-29T15:09:34.794" v="17"/>
        <pc:sldMkLst>
          <pc:docMk/>
          <pc:sldMk cId="2708303411" sldId="286"/>
        </pc:sldMkLst>
      </pc:sldChg>
      <pc:sldChg chg="modNotes">
        <pc:chgData name="Ever Augusto Torres Silva" userId="S::etorres@ces.edu.co::8f3bdf72-8c42-47af-b888-8bb25f8f0784" providerId="AD" clId="Web-{3B2CB59F-2CBD-AB93-96A6-463C406D843B}" dt="2024-05-29T15:18:09.275" v="23"/>
        <pc:sldMkLst>
          <pc:docMk/>
          <pc:sldMk cId="2770110908" sldId="287"/>
        </pc:sldMkLst>
      </pc:sldChg>
      <pc:sldChg chg="modSp modNotes">
        <pc:chgData name="Ever Augusto Torres Silva" userId="S::etorres@ces.edu.co::8f3bdf72-8c42-47af-b888-8bb25f8f0784" providerId="AD" clId="Web-{3B2CB59F-2CBD-AB93-96A6-463C406D843B}" dt="2024-05-29T15:33:13.265" v="33" actId="14100"/>
        <pc:sldMkLst>
          <pc:docMk/>
          <pc:sldMk cId="609757579" sldId="288"/>
        </pc:sldMkLst>
        <pc:spChg chg="mod">
          <ac:chgData name="Ever Augusto Torres Silva" userId="S::etorres@ces.edu.co::8f3bdf72-8c42-47af-b888-8bb25f8f0784" providerId="AD" clId="Web-{3B2CB59F-2CBD-AB93-96A6-463C406D843B}" dt="2024-05-29T15:33:13.265" v="33" actId="14100"/>
          <ac:spMkLst>
            <pc:docMk/>
            <pc:sldMk cId="609757579" sldId="288"/>
            <ac:spMk id="5" creationId="{9C6F17A1-2FE2-5E2B-5E0E-2D64DED6F4CE}"/>
          </ac:spMkLst>
        </pc:spChg>
      </pc:sldChg>
      <pc:sldChg chg="modNotes">
        <pc:chgData name="Ever Augusto Torres Silva" userId="S::etorres@ces.edu.co::8f3bdf72-8c42-47af-b888-8bb25f8f0784" providerId="AD" clId="Web-{3B2CB59F-2CBD-AB93-96A6-463C406D843B}" dt="2024-05-29T14:51:54.604" v="1"/>
        <pc:sldMkLst>
          <pc:docMk/>
          <pc:sldMk cId="304502596" sldId="289"/>
        </pc:sldMkLst>
      </pc:sldChg>
      <pc:sldChg chg="modNotes">
        <pc:chgData name="Ever Augusto Torres Silva" userId="S::etorres@ces.edu.co::8f3bdf72-8c42-47af-b888-8bb25f8f0784" providerId="AD" clId="Web-{3B2CB59F-2CBD-AB93-96A6-463C406D843B}" dt="2024-05-29T14:54:34.873" v="3"/>
        <pc:sldMkLst>
          <pc:docMk/>
          <pc:sldMk cId="3187497054" sldId="290"/>
        </pc:sldMkLst>
      </pc:sldChg>
      <pc:sldChg chg="modNotes">
        <pc:chgData name="Ever Augusto Torres Silva" userId="S::etorres@ces.edu.co::8f3bdf72-8c42-47af-b888-8bb25f8f0784" providerId="AD" clId="Web-{3B2CB59F-2CBD-AB93-96A6-463C406D843B}" dt="2024-05-29T15:27:31.632" v="25"/>
        <pc:sldMkLst>
          <pc:docMk/>
          <pc:sldMk cId="2709471496" sldId="302"/>
        </pc:sldMkLst>
      </pc:sldChg>
      <pc:sldChg chg="modSp modNotes">
        <pc:chgData name="Ever Augusto Torres Silva" userId="S::etorres@ces.edu.co::8f3bdf72-8c42-47af-b888-8bb25f8f0784" providerId="AD" clId="Web-{3B2CB59F-2CBD-AB93-96A6-463C406D843B}" dt="2024-05-29T15:31:29.997" v="27" actId="20577"/>
        <pc:sldMkLst>
          <pc:docMk/>
          <pc:sldMk cId="4230480041" sldId="303"/>
        </pc:sldMkLst>
        <pc:spChg chg="mod">
          <ac:chgData name="Ever Augusto Torres Silva" userId="S::etorres@ces.edu.co::8f3bdf72-8c42-47af-b888-8bb25f8f0784" providerId="AD" clId="Web-{3B2CB59F-2CBD-AB93-96A6-463C406D843B}" dt="2024-05-29T15:31:29.997" v="27" actId="20577"/>
          <ac:spMkLst>
            <pc:docMk/>
            <pc:sldMk cId="4230480041" sldId="303"/>
            <ac:spMk id="3" creationId="{2817CB51-46E7-4C61-098E-5854EB932FBA}"/>
          </ac:spMkLst>
        </pc:spChg>
      </pc:sldChg>
    </pc:docChg>
  </pc:docChgLst>
  <pc:docChgLst>
    <pc:chgData name="Ever Augusto Torres Silva" userId="S::etorres@ces.edu.co::8f3bdf72-8c42-47af-b888-8bb25f8f0784" providerId="AD" clId="Web-{B825A9C2-CE79-9995-5D09-5C680F25E1E4}"/>
    <pc:docChg chg="addSld modSld">
      <pc:chgData name="Ever Augusto Torres Silva" userId="S::etorres@ces.edu.co::8f3bdf72-8c42-47af-b888-8bb25f8f0784" providerId="AD" clId="Web-{B825A9C2-CE79-9995-5D09-5C680F25E1E4}" dt="2024-05-28T21:36:01.683" v="159" actId="1076"/>
      <pc:docMkLst>
        <pc:docMk/>
      </pc:docMkLst>
      <pc:sldChg chg="modSp">
        <pc:chgData name="Ever Augusto Torres Silva" userId="S::etorres@ces.edu.co::8f3bdf72-8c42-47af-b888-8bb25f8f0784" providerId="AD" clId="Web-{B825A9C2-CE79-9995-5D09-5C680F25E1E4}" dt="2024-05-28T20:05:04.407" v="1" actId="14100"/>
        <pc:sldMkLst>
          <pc:docMk/>
          <pc:sldMk cId="2770110908" sldId="287"/>
        </pc:sldMkLst>
        <pc:spChg chg="mod">
          <ac:chgData name="Ever Augusto Torres Silva" userId="S::etorres@ces.edu.co::8f3bdf72-8c42-47af-b888-8bb25f8f0784" providerId="AD" clId="Web-{B825A9C2-CE79-9995-5D09-5C680F25E1E4}" dt="2024-05-28T20:05:04.407" v="1" actId="14100"/>
          <ac:spMkLst>
            <pc:docMk/>
            <pc:sldMk cId="2770110908" sldId="287"/>
            <ac:spMk id="4" creationId="{E64107E6-1CE6-EBC7-D23A-E653D9BD3849}"/>
          </ac:spMkLst>
        </pc:spChg>
      </pc:sldChg>
      <pc:sldChg chg="addSp delSp modSp modNotes">
        <pc:chgData name="Ever Augusto Torres Silva" userId="S::etorres@ces.edu.co::8f3bdf72-8c42-47af-b888-8bb25f8f0784" providerId="AD" clId="Web-{B825A9C2-CE79-9995-5D09-5C680F25E1E4}" dt="2024-05-28T21:35:43.776" v="153"/>
        <pc:sldMkLst>
          <pc:docMk/>
          <pc:sldMk cId="1265994435" sldId="292"/>
        </pc:sldMkLst>
        <pc:spChg chg="mod">
          <ac:chgData name="Ever Augusto Torres Silva" userId="S::etorres@ces.edu.co::8f3bdf72-8c42-47af-b888-8bb25f8f0784" providerId="AD" clId="Web-{B825A9C2-CE79-9995-5D09-5C680F25E1E4}" dt="2024-05-28T21:24:13.584" v="118" actId="14100"/>
          <ac:spMkLst>
            <pc:docMk/>
            <pc:sldMk cId="1265994435" sldId="292"/>
            <ac:spMk id="3" creationId="{74EB4EDC-A4F1-EB2B-D2E6-242635A3DB43}"/>
          </ac:spMkLst>
        </pc:spChg>
        <pc:picChg chg="del">
          <ac:chgData name="Ever Augusto Torres Silva" userId="S::etorres@ces.edu.co::8f3bdf72-8c42-47af-b888-8bb25f8f0784" providerId="AD" clId="Web-{B825A9C2-CE79-9995-5D09-5C680F25E1E4}" dt="2024-05-28T21:16:27.524" v="83"/>
          <ac:picMkLst>
            <pc:docMk/>
            <pc:sldMk cId="1265994435" sldId="292"/>
            <ac:picMk id="4" creationId="{18F1BE01-10B2-B460-E39E-545DAFA3A3DE}"/>
          </ac:picMkLst>
        </pc:picChg>
        <pc:picChg chg="add mod">
          <ac:chgData name="Ever Augusto Torres Silva" userId="S::etorres@ces.edu.co::8f3bdf72-8c42-47af-b888-8bb25f8f0784" providerId="AD" clId="Web-{B825A9C2-CE79-9995-5D09-5C680F25E1E4}" dt="2024-05-28T21:17:32.995" v="86" actId="1076"/>
          <ac:picMkLst>
            <pc:docMk/>
            <pc:sldMk cId="1265994435" sldId="292"/>
            <ac:picMk id="5" creationId="{8CAD0098-1E02-113A-8B52-43EC2972BBDE}"/>
          </ac:picMkLst>
        </pc:picChg>
      </pc:sldChg>
      <pc:sldChg chg="modSp modNotes">
        <pc:chgData name="Ever Augusto Torres Silva" userId="S::etorres@ces.edu.co::8f3bdf72-8c42-47af-b888-8bb25f8f0784" providerId="AD" clId="Web-{B825A9C2-CE79-9995-5D09-5C680F25E1E4}" dt="2024-05-28T21:36:01.683" v="159" actId="1076"/>
        <pc:sldMkLst>
          <pc:docMk/>
          <pc:sldMk cId="168301440" sldId="295"/>
        </pc:sldMkLst>
        <pc:picChg chg="mod">
          <ac:chgData name="Ever Augusto Torres Silva" userId="S::etorres@ces.edu.co::8f3bdf72-8c42-47af-b888-8bb25f8f0784" providerId="AD" clId="Web-{B825A9C2-CE79-9995-5D09-5C680F25E1E4}" dt="2024-05-28T21:36:01.683" v="159" actId="1076"/>
          <ac:picMkLst>
            <pc:docMk/>
            <pc:sldMk cId="168301440" sldId="295"/>
            <ac:picMk id="4" creationId="{6160FBC8-3FC7-F44A-4A42-2F7740490E79}"/>
          </ac:picMkLst>
        </pc:picChg>
      </pc:sldChg>
      <pc:sldChg chg="modSp">
        <pc:chgData name="Ever Augusto Torres Silva" userId="S::etorres@ces.edu.co::8f3bdf72-8c42-47af-b888-8bb25f8f0784" providerId="AD" clId="Web-{B825A9C2-CE79-9995-5D09-5C680F25E1E4}" dt="2024-05-28T20:11:47.481" v="40" actId="20577"/>
        <pc:sldMkLst>
          <pc:docMk/>
          <pc:sldMk cId="897285816" sldId="300"/>
        </pc:sldMkLst>
        <pc:spChg chg="mod">
          <ac:chgData name="Ever Augusto Torres Silva" userId="S::etorres@ces.edu.co::8f3bdf72-8c42-47af-b888-8bb25f8f0784" providerId="AD" clId="Web-{B825A9C2-CE79-9995-5D09-5C680F25E1E4}" dt="2024-05-28T20:11:47.481" v="40" actId="20577"/>
          <ac:spMkLst>
            <pc:docMk/>
            <pc:sldMk cId="897285816" sldId="300"/>
            <ac:spMk id="2" creationId="{ED7ED2C3-8F05-BDFA-919B-776FBF826AEC}"/>
          </ac:spMkLst>
        </pc:spChg>
      </pc:sldChg>
      <pc:sldChg chg="modSp new modNotes">
        <pc:chgData name="Ever Augusto Torres Silva" userId="S::etorres@ces.edu.co::8f3bdf72-8c42-47af-b888-8bb25f8f0784" providerId="AD" clId="Web-{B825A9C2-CE79-9995-5D09-5C680F25E1E4}" dt="2024-05-28T20:11:40.652" v="39"/>
        <pc:sldMkLst>
          <pc:docMk/>
          <pc:sldMk cId="4230480041" sldId="303"/>
        </pc:sldMkLst>
        <pc:spChg chg="mod">
          <ac:chgData name="Ever Augusto Torres Silva" userId="S::etorres@ces.edu.co::8f3bdf72-8c42-47af-b888-8bb25f8f0784" providerId="AD" clId="Web-{B825A9C2-CE79-9995-5D09-5C680F25E1E4}" dt="2024-05-28T20:07:04.806" v="10" actId="20577"/>
          <ac:spMkLst>
            <pc:docMk/>
            <pc:sldMk cId="4230480041" sldId="303"/>
            <ac:spMk id="2" creationId="{3114B7BE-C64B-61D7-A592-F5A3E009DE36}"/>
          </ac:spMkLst>
        </pc:spChg>
        <pc:spChg chg="mod">
          <ac:chgData name="Ever Augusto Torres Silva" userId="S::etorres@ces.edu.co::8f3bdf72-8c42-47af-b888-8bb25f8f0784" providerId="AD" clId="Web-{B825A9C2-CE79-9995-5D09-5C680F25E1E4}" dt="2024-05-28T20:08:45.109" v="27" actId="20577"/>
          <ac:spMkLst>
            <pc:docMk/>
            <pc:sldMk cId="4230480041" sldId="303"/>
            <ac:spMk id="3" creationId="{2817CB51-46E7-4C61-098E-5854EB932F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E9F58-27F8-4A0C-AFFE-BA816C129325}" type="datetimeFigureOut">
              <a:rPr lang="es-CO" smtClean="0"/>
              <a:t>29/05/2024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DCC67-EF3A-4AF0-AD67-E3A03572A25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5445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bitojuridico.com/noticias/analisis/tic/asi-van-los-proyectos-de-ley-sobre-inteligencia-artificial-en-colombia-en-la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inciencias.gov.co/sites/default/files/marco-etico-ia-colombia-202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bast.org/wp-content/uploads/2020/02/PROBAST_20190515.pdf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Baranda de la </a:t>
            </a:r>
            <a:r>
              <a:rPr lang="en-US" b="1" dirty="0" err="1"/>
              <a:t>ética</a:t>
            </a:r>
            <a:r>
              <a:rPr lang="en-US" b="1" dirty="0"/>
              <a:t>:</a:t>
            </a:r>
            <a:r>
              <a:rPr lang="en-US" dirty="0"/>
              <a:t> Esta </a:t>
            </a:r>
            <a:r>
              <a:rPr lang="en-US" dirty="0" err="1"/>
              <a:t>baranda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hecha</a:t>
            </a:r>
            <a:r>
              <a:rPr lang="en-US" dirty="0"/>
              <a:t> de </a:t>
            </a:r>
            <a:r>
              <a:rPr lang="en-US" dirty="0" err="1"/>
              <a:t>principios</a:t>
            </a:r>
            <a:r>
              <a:rPr lang="en-US" dirty="0"/>
              <a:t> morales y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humanos</a:t>
            </a:r>
            <a:r>
              <a:rPr lang="en-US" dirty="0"/>
              <a:t> </a:t>
            </a:r>
            <a:r>
              <a:rPr lang="en-US" dirty="0" err="1"/>
              <a:t>fundamentales</a:t>
            </a:r>
            <a:r>
              <a:rPr lang="en-US" dirty="0"/>
              <a:t>. Nos </a:t>
            </a:r>
            <a:r>
              <a:rPr lang="en-US" dirty="0" err="1"/>
              <a:t>ayuda</a:t>
            </a:r>
            <a:r>
              <a:rPr lang="en-US" dirty="0"/>
              <a:t> a </a:t>
            </a:r>
            <a:r>
              <a:rPr lang="en-US" dirty="0" err="1"/>
              <a:t>mantenernos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camino</a:t>
            </a:r>
            <a:r>
              <a:rPr lang="en-US" dirty="0"/>
              <a:t> </a:t>
            </a:r>
            <a:r>
              <a:rPr lang="en-US" dirty="0" err="1"/>
              <a:t>correcto</a:t>
            </a:r>
            <a:r>
              <a:rPr lang="en-US" dirty="0"/>
              <a:t> al </a:t>
            </a:r>
            <a:r>
              <a:rPr lang="en-US" dirty="0" err="1"/>
              <a:t>utilizar</a:t>
            </a:r>
            <a:r>
              <a:rPr lang="en-US" dirty="0"/>
              <a:t> la IA, </a:t>
            </a:r>
            <a:r>
              <a:rPr lang="en-US" dirty="0" err="1"/>
              <a:t>asegurando</a:t>
            </a:r>
            <a:r>
              <a:rPr lang="en-US" dirty="0"/>
              <a:t> que </a:t>
            </a:r>
            <a:r>
              <a:rPr lang="en-US" dirty="0" err="1"/>
              <a:t>nuestras</a:t>
            </a:r>
            <a:r>
              <a:rPr lang="en-US" dirty="0"/>
              <a:t> </a:t>
            </a:r>
            <a:r>
              <a:rPr lang="en-US" dirty="0" err="1"/>
              <a:t>acciones</a:t>
            </a:r>
            <a:r>
              <a:rPr lang="en-US" dirty="0"/>
              <a:t> </a:t>
            </a:r>
            <a:r>
              <a:rPr lang="en-US" dirty="0" err="1"/>
              <a:t>sean</a:t>
            </a:r>
            <a:r>
              <a:rPr lang="en-US" dirty="0"/>
              <a:t> </a:t>
            </a:r>
            <a:r>
              <a:rPr lang="en-US" dirty="0" err="1"/>
              <a:t>justas</a:t>
            </a:r>
            <a:r>
              <a:rPr lang="en-US" dirty="0"/>
              <a:t>, </a:t>
            </a:r>
            <a:r>
              <a:rPr lang="en-US" dirty="0" err="1"/>
              <a:t>responsables</a:t>
            </a:r>
            <a:r>
              <a:rPr lang="en-US" dirty="0"/>
              <a:t> y </a:t>
            </a:r>
            <a:r>
              <a:rPr lang="en-US" dirty="0" err="1"/>
              <a:t>respetuosas</a:t>
            </a:r>
            <a:r>
              <a:rPr lang="en-US" dirty="0"/>
              <a:t> de la </a:t>
            </a:r>
            <a:r>
              <a:rPr lang="en-US" dirty="0" err="1"/>
              <a:t>dignidad</a:t>
            </a:r>
            <a:r>
              <a:rPr lang="en-US" dirty="0"/>
              <a:t> </a:t>
            </a:r>
            <a:r>
              <a:rPr lang="en-US" dirty="0" err="1"/>
              <a:t>humana</a:t>
            </a:r>
            <a:r>
              <a:rPr lang="en-US" dirty="0"/>
              <a:t>. La </a:t>
            </a:r>
            <a:r>
              <a:rPr lang="en-US" dirty="0" err="1"/>
              <a:t>ética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recuerda</a:t>
            </a:r>
            <a:r>
              <a:rPr lang="en-US" dirty="0"/>
              <a:t> </a:t>
            </a:r>
            <a:r>
              <a:rPr lang="en-US" dirty="0" err="1"/>
              <a:t>considerar</a:t>
            </a:r>
            <a:r>
              <a:rPr lang="en-US" dirty="0"/>
              <a:t> las </a:t>
            </a:r>
            <a:r>
              <a:rPr lang="en-US" dirty="0" err="1"/>
              <a:t>implicaciones</a:t>
            </a:r>
            <a:r>
              <a:rPr lang="en-US" dirty="0"/>
              <a:t> de </a:t>
            </a:r>
            <a:r>
              <a:rPr lang="en-US" dirty="0" err="1"/>
              <a:t>nuestras</a:t>
            </a:r>
            <a:r>
              <a:rPr lang="en-US" dirty="0"/>
              <a:t> </a:t>
            </a:r>
            <a:r>
              <a:rPr lang="en-US" dirty="0" err="1"/>
              <a:t>decisiones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impacto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privacidad</a:t>
            </a:r>
            <a:r>
              <a:rPr lang="en-US" dirty="0"/>
              <a:t>, la </a:t>
            </a:r>
            <a:r>
              <a:rPr lang="en-US" dirty="0" err="1"/>
              <a:t>equidad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bienestar</a:t>
            </a:r>
            <a:r>
              <a:rPr lang="en-US" dirty="0"/>
              <a:t> de las personas.</a:t>
            </a:r>
          </a:p>
          <a:p>
            <a:r>
              <a:rPr lang="en-US" b="1" dirty="0"/>
              <a:t>Baranda de la </a:t>
            </a:r>
            <a:r>
              <a:rPr lang="en-US" b="1" dirty="0" err="1"/>
              <a:t>normatividad</a:t>
            </a:r>
            <a:r>
              <a:rPr lang="en-US" b="1" dirty="0"/>
              <a:t>:</a:t>
            </a:r>
            <a:r>
              <a:rPr lang="en-US" dirty="0"/>
              <a:t> La </a:t>
            </a:r>
            <a:r>
              <a:rPr lang="en-US" dirty="0" err="1"/>
              <a:t>otra</a:t>
            </a:r>
            <a:r>
              <a:rPr lang="en-US" dirty="0"/>
              <a:t> </a:t>
            </a:r>
            <a:r>
              <a:rPr lang="en-US" dirty="0" err="1"/>
              <a:t>baranda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compuesta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leyes</a:t>
            </a:r>
            <a:r>
              <a:rPr lang="en-US" dirty="0"/>
              <a:t>, </a:t>
            </a:r>
            <a:r>
              <a:rPr lang="en-US" dirty="0" err="1"/>
              <a:t>regulaciones</a:t>
            </a:r>
            <a:r>
              <a:rPr lang="en-US" dirty="0"/>
              <a:t> y </a:t>
            </a:r>
            <a:r>
              <a:rPr lang="en-US" dirty="0" err="1"/>
              <a:t>políticas</a:t>
            </a:r>
            <a:r>
              <a:rPr lang="en-US" dirty="0"/>
              <a:t> que </a:t>
            </a:r>
            <a:r>
              <a:rPr lang="en-US" dirty="0" err="1"/>
              <a:t>gobiernan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 de la IA. </a:t>
            </a:r>
            <a:r>
              <a:rPr lang="en-US" dirty="0" err="1"/>
              <a:t>Estas</a:t>
            </a:r>
            <a:r>
              <a:rPr lang="en-US" dirty="0"/>
              <a:t> </a:t>
            </a:r>
            <a:r>
              <a:rPr lang="en-US" dirty="0" err="1"/>
              <a:t>normas</a:t>
            </a:r>
            <a:r>
              <a:rPr lang="en-US" dirty="0"/>
              <a:t> </a:t>
            </a:r>
            <a:r>
              <a:rPr lang="en-US" dirty="0" err="1"/>
              <a:t>proporcionan</a:t>
            </a:r>
            <a:r>
              <a:rPr lang="en-US" dirty="0"/>
              <a:t> un </a:t>
            </a:r>
            <a:r>
              <a:rPr lang="en-US" dirty="0" err="1"/>
              <a:t>marco</a:t>
            </a:r>
            <a:r>
              <a:rPr lang="en-US" dirty="0"/>
              <a:t> legal que </a:t>
            </a:r>
            <a:r>
              <a:rPr lang="en-US" dirty="0" err="1"/>
              <a:t>establece</a:t>
            </a:r>
            <a:r>
              <a:rPr lang="en-US" dirty="0"/>
              <a:t> </a:t>
            </a:r>
            <a:r>
              <a:rPr lang="en-US" dirty="0" err="1"/>
              <a:t>límites</a:t>
            </a:r>
            <a:r>
              <a:rPr lang="en-US" dirty="0"/>
              <a:t> claros y </a:t>
            </a:r>
            <a:r>
              <a:rPr lang="en-US" dirty="0" err="1"/>
              <a:t>procedimientos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r>
              <a:rPr lang="en-US" dirty="0"/>
              <a:t> para </a:t>
            </a:r>
            <a:r>
              <a:rPr lang="en-US" dirty="0" err="1"/>
              <a:t>garantizar</a:t>
            </a:r>
            <a:r>
              <a:rPr lang="en-US" dirty="0"/>
              <a:t> que la IA se </a:t>
            </a:r>
            <a:r>
              <a:rPr lang="en-US" dirty="0" err="1"/>
              <a:t>utilice</a:t>
            </a:r>
            <a:r>
              <a:rPr lang="en-US" dirty="0"/>
              <a:t>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segura</a:t>
            </a:r>
            <a:r>
              <a:rPr lang="en-US" dirty="0"/>
              <a:t> y </a:t>
            </a:r>
            <a:r>
              <a:rPr lang="en-US" dirty="0" err="1"/>
              <a:t>controlada</a:t>
            </a:r>
            <a:r>
              <a:rPr lang="en-US" dirty="0"/>
              <a:t>. La </a:t>
            </a:r>
            <a:r>
              <a:rPr lang="en-US" dirty="0" err="1"/>
              <a:t>normatividad</a:t>
            </a:r>
            <a:r>
              <a:rPr lang="en-US" dirty="0"/>
              <a:t> </a:t>
            </a:r>
            <a:r>
              <a:rPr lang="en-US" dirty="0" err="1"/>
              <a:t>asegura</a:t>
            </a:r>
            <a:r>
              <a:rPr lang="en-US" dirty="0"/>
              <a:t> que </a:t>
            </a:r>
            <a:r>
              <a:rPr lang="en-US" dirty="0" err="1"/>
              <a:t>haya</a:t>
            </a:r>
            <a:r>
              <a:rPr lang="en-US" dirty="0"/>
              <a:t> </a:t>
            </a:r>
            <a:r>
              <a:rPr lang="en-US" dirty="0" err="1"/>
              <a:t>responsabilidad</a:t>
            </a:r>
            <a:r>
              <a:rPr lang="en-US" dirty="0"/>
              <a:t> y </a:t>
            </a:r>
            <a:r>
              <a:rPr lang="en-US" dirty="0" err="1"/>
              <a:t>transparencia</a:t>
            </a:r>
            <a:r>
              <a:rPr lang="en-US" dirty="0"/>
              <a:t>, y que </a:t>
            </a:r>
            <a:r>
              <a:rPr lang="en-US" dirty="0" err="1"/>
              <a:t>los</a:t>
            </a:r>
            <a:r>
              <a:rPr lang="en-US" dirty="0"/>
              <a:t> derechos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individuos</a:t>
            </a:r>
            <a:r>
              <a:rPr lang="en-US" dirty="0"/>
              <a:t> </a:t>
            </a:r>
            <a:r>
              <a:rPr lang="en-US" dirty="0" err="1"/>
              <a:t>estén</a:t>
            </a:r>
            <a:r>
              <a:rPr lang="en-US" dirty="0"/>
              <a:t> </a:t>
            </a:r>
            <a:r>
              <a:rPr lang="en-US" dirty="0" err="1"/>
              <a:t>protegidos</a:t>
            </a:r>
            <a:r>
              <a:rPr lang="en-US" dirty="0"/>
              <a:t> ante </a:t>
            </a:r>
            <a:r>
              <a:rPr lang="en-US" dirty="0" err="1"/>
              <a:t>posibles</a:t>
            </a:r>
            <a:r>
              <a:rPr lang="en-US" dirty="0"/>
              <a:t> </a:t>
            </a:r>
            <a:r>
              <a:rPr lang="en-US" dirty="0" err="1"/>
              <a:t>abusos</a:t>
            </a:r>
            <a:r>
              <a:rPr lang="en-US" dirty="0"/>
              <a:t> o mal </a:t>
            </a:r>
            <a:r>
              <a:rPr lang="en-US" dirty="0" err="1"/>
              <a:t>uso</a:t>
            </a:r>
            <a:r>
              <a:rPr lang="en-US" dirty="0"/>
              <a:t> de la </a:t>
            </a:r>
            <a:r>
              <a:rPr lang="en-US" dirty="0" err="1"/>
              <a:t>tecnología</a:t>
            </a:r>
            <a:r>
              <a:rPr lang="en-US" dirty="0"/>
              <a:t>.</a:t>
            </a:r>
          </a:p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DCC67-EF3A-4AF0-AD67-E3A03572A255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9994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 </a:t>
            </a:r>
            <a:r>
              <a:rPr lang="en-US" b="1" err="1"/>
              <a:t>privacidad</a:t>
            </a:r>
            <a:r>
              <a:rPr lang="en-US"/>
              <a:t> es </a:t>
            </a:r>
            <a:r>
              <a:rPr lang="en-US" err="1"/>
              <a:t>el</a:t>
            </a:r>
            <a:r>
              <a:rPr lang="en-US"/>
              <a:t> derecho de </a:t>
            </a:r>
            <a:r>
              <a:rPr lang="en-US" err="1"/>
              <a:t>una</a:t>
            </a:r>
            <a:r>
              <a:rPr lang="en-US"/>
              <a:t> persona a </a:t>
            </a:r>
            <a:r>
              <a:rPr lang="en-US" err="1"/>
              <a:t>controlar</a:t>
            </a:r>
            <a:r>
              <a:rPr lang="en-US"/>
              <a:t> la </a:t>
            </a:r>
            <a:r>
              <a:rPr lang="en-US" err="1"/>
              <a:t>información</a:t>
            </a:r>
            <a:r>
              <a:rPr lang="en-US"/>
              <a:t> personal que </a:t>
            </a:r>
            <a:r>
              <a:rPr lang="en-US" err="1"/>
              <a:t>comparte</a:t>
            </a:r>
            <a:r>
              <a:rPr lang="en-US"/>
              <a:t> y </a:t>
            </a:r>
            <a:r>
              <a:rPr lang="en-US" err="1"/>
              <a:t>quién</a:t>
            </a:r>
            <a:r>
              <a:rPr lang="en-US"/>
              <a:t> </a:t>
            </a:r>
            <a:r>
              <a:rPr lang="en-US" err="1"/>
              <a:t>tiene</a:t>
            </a:r>
            <a:r>
              <a:rPr lang="en-US"/>
              <a:t> </a:t>
            </a:r>
            <a:r>
              <a:rPr lang="en-US" err="1"/>
              <a:t>acceso</a:t>
            </a:r>
            <a:r>
              <a:rPr lang="en-US"/>
              <a:t> a </a:t>
            </a:r>
            <a:r>
              <a:rPr lang="en-US" err="1"/>
              <a:t>ella</a:t>
            </a:r>
            <a:r>
              <a:rPr lang="en-US"/>
              <a:t>. Imagina que </a:t>
            </a:r>
            <a:r>
              <a:rPr lang="en-US" err="1"/>
              <a:t>tienes</a:t>
            </a:r>
            <a:r>
              <a:rPr lang="en-US"/>
              <a:t> un </a:t>
            </a:r>
            <a:r>
              <a:rPr lang="en-US" err="1"/>
              <a:t>diario</a:t>
            </a:r>
            <a:r>
              <a:rPr lang="en-US"/>
              <a:t> personal; la </a:t>
            </a:r>
            <a:r>
              <a:rPr lang="en-US" err="1"/>
              <a:t>privacidad</a:t>
            </a:r>
            <a:r>
              <a:rPr lang="en-US"/>
              <a:t> es </a:t>
            </a:r>
            <a:r>
              <a:rPr lang="en-US" err="1"/>
              <a:t>decidir</a:t>
            </a:r>
            <a:r>
              <a:rPr lang="en-US"/>
              <a:t> </a:t>
            </a:r>
            <a:r>
              <a:rPr lang="en-US" err="1"/>
              <a:t>quién</a:t>
            </a:r>
            <a:r>
              <a:rPr lang="en-US"/>
              <a:t> </a:t>
            </a:r>
            <a:r>
              <a:rPr lang="en-US" err="1"/>
              <a:t>puede</a:t>
            </a:r>
            <a:r>
              <a:rPr lang="en-US"/>
              <a:t> </a:t>
            </a:r>
            <a:r>
              <a:rPr lang="en-US" err="1"/>
              <a:t>leerlo</a:t>
            </a:r>
            <a:r>
              <a:rPr lang="en-US"/>
              <a:t> o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prefieres</a:t>
            </a:r>
            <a:r>
              <a:rPr lang="en-US"/>
              <a:t> </a:t>
            </a:r>
            <a:r>
              <a:rPr lang="en-US" err="1"/>
              <a:t>guardarlo</a:t>
            </a:r>
            <a:r>
              <a:rPr lang="en-US"/>
              <a:t> bajo </a:t>
            </a:r>
            <a:r>
              <a:rPr lang="en-US" err="1"/>
              <a:t>llave</a:t>
            </a:r>
            <a:r>
              <a:rPr lang="en-US"/>
              <a:t>. En las redes </a:t>
            </a:r>
            <a:r>
              <a:rPr lang="en-US" err="1"/>
              <a:t>sociales</a:t>
            </a:r>
            <a:r>
              <a:rPr lang="en-US"/>
              <a:t>, es </a:t>
            </a:r>
            <a:r>
              <a:rPr lang="en-US" err="1"/>
              <a:t>decidir</a:t>
            </a:r>
            <a:r>
              <a:rPr lang="en-US"/>
              <a:t> </a:t>
            </a:r>
            <a:r>
              <a:rPr lang="en-US" err="1"/>
              <a:t>qué</a:t>
            </a:r>
            <a:r>
              <a:rPr lang="en-US"/>
              <a:t> </a:t>
            </a:r>
            <a:r>
              <a:rPr lang="en-US" err="1"/>
              <a:t>publicaciones</a:t>
            </a:r>
            <a:r>
              <a:rPr lang="en-US"/>
              <a:t> </a:t>
            </a:r>
            <a:r>
              <a:rPr lang="en-US" err="1"/>
              <a:t>compartir</a:t>
            </a:r>
            <a:r>
              <a:rPr lang="en-US"/>
              <a:t> y con </a:t>
            </a:r>
            <a:r>
              <a:rPr lang="en-US" err="1"/>
              <a:t>quién</a:t>
            </a:r>
            <a:r>
              <a:rPr lang="en-US"/>
              <a:t>. La </a:t>
            </a:r>
            <a:r>
              <a:rPr lang="en-US" err="1"/>
              <a:t>privacidad</a:t>
            </a:r>
            <a:r>
              <a:rPr lang="en-US"/>
              <a:t>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relacionada</a:t>
            </a:r>
            <a:r>
              <a:rPr lang="en-US"/>
              <a:t> con la </a:t>
            </a:r>
            <a:r>
              <a:rPr lang="en-US" err="1"/>
              <a:t>autonomía</a:t>
            </a:r>
            <a:r>
              <a:rPr lang="en-US"/>
              <a:t> personal.</a:t>
            </a:r>
          </a:p>
          <a:p>
            <a:r>
              <a:rPr lang="en-US" dirty="0"/>
              <a:t>Por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, la </a:t>
            </a:r>
            <a:r>
              <a:rPr lang="en-US" b="1" dirty="0" err="1"/>
              <a:t>confidencialidad</a:t>
            </a:r>
            <a:r>
              <a:rPr lang="en-US" dirty="0"/>
              <a:t> se </a:t>
            </a:r>
            <a:r>
              <a:rPr lang="en-US" dirty="0" err="1"/>
              <a:t>refiere</a:t>
            </a:r>
            <a:r>
              <a:rPr lang="en-US" dirty="0"/>
              <a:t> a </a:t>
            </a:r>
            <a:r>
              <a:rPr lang="en-US" dirty="0" err="1"/>
              <a:t>cómo</a:t>
            </a:r>
            <a:r>
              <a:rPr lang="en-US" dirty="0"/>
              <a:t> se </a:t>
            </a:r>
            <a:r>
              <a:rPr lang="en-US" dirty="0" err="1"/>
              <a:t>maneja</a:t>
            </a:r>
            <a:r>
              <a:rPr lang="en-US" dirty="0"/>
              <a:t> y protege la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que </a:t>
            </a:r>
            <a:r>
              <a:rPr lang="en-US" dirty="0" err="1"/>
              <a:t>alguien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la </a:t>
            </a:r>
            <a:r>
              <a:rPr lang="en-US" dirty="0" err="1"/>
              <a:t>tiene</a:t>
            </a:r>
            <a:r>
              <a:rPr lang="en-US" dirty="0"/>
              <a:t>. Si le </a:t>
            </a:r>
            <a:r>
              <a:rPr lang="en-US" dirty="0" err="1"/>
              <a:t>cuentas</a:t>
            </a:r>
            <a:r>
              <a:rPr lang="en-US" dirty="0"/>
              <a:t> a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médico</a:t>
            </a:r>
            <a:r>
              <a:rPr lang="en-US" dirty="0"/>
              <a:t> algo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salud</a:t>
            </a:r>
            <a:r>
              <a:rPr lang="en-US" dirty="0"/>
              <a:t>, la </a:t>
            </a:r>
            <a:r>
              <a:rPr lang="en-US" dirty="0" err="1"/>
              <a:t>confidencialidad</a:t>
            </a:r>
            <a:r>
              <a:rPr lang="en-US" dirty="0"/>
              <a:t> es la </a:t>
            </a:r>
            <a:r>
              <a:rPr lang="en-US" dirty="0" err="1"/>
              <a:t>responsabilidad</a:t>
            </a:r>
            <a:r>
              <a:rPr lang="en-US" dirty="0"/>
              <a:t> del </a:t>
            </a:r>
            <a:r>
              <a:rPr lang="en-US" dirty="0" err="1"/>
              <a:t>médico</a:t>
            </a:r>
            <a:r>
              <a:rPr lang="en-US" dirty="0"/>
              <a:t> de no </a:t>
            </a:r>
            <a:r>
              <a:rPr lang="en-US" dirty="0" err="1"/>
              <a:t>compartir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con </a:t>
            </a:r>
            <a:r>
              <a:rPr lang="en-US" dirty="0" err="1"/>
              <a:t>otros</a:t>
            </a:r>
            <a:r>
              <a:rPr lang="en-US" dirty="0"/>
              <a:t> sin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permiso</a:t>
            </a:r>
            <a:r>
              <a:rPr lang="en-US" dirty="0"/>
              <a:t>. En las redes </a:t>
            </a:r>
            <a:r>
              <a:rPr lang="en-US" dirty="0" err="1"/>
              <a:t>sociales</a:t>
            </a:r>
            <a:r>
              <a:rPr lang="en-US" dirty="0"/>
              <a:t>, la </a:t>
            </a:r>
            <a:r>
              <a:rPr lang="en-US" dirty="0" err="1"/>
              <a:t>confidencialidad</a:t>
            </a:r>
            <a:r>
              <a:rPr lang="en-US" dirty="0"/>
              <a:t> es lo que la </a:t>
            </a:r>
            <a:r>
              <a:rPr lang="en-US" dirty="0" err="1"/>
              <a:t>plataforma</a:t>
            </a:r>
            <a:r>
              <a:rPr lang="en-US" dirty="0"/>
              <a:t> </a:t>
            </a:r>
            <a:r>
              <a:rPr lang="en-US" dirty="0" err="1"/>
              <a:t>hace</a:t>
            </a:r>
            <a:r>
              <a:rPr lang="en-US" dirty="0"/>
              <a:t> para </a:t>
            </a:r>
            <a:r>
              <a:rPr lang="en-US" dirty="0" err="1"/>
              <a:t>proteger</a:t>
            </a:r>
            <a:r>
              <a:rPr lang="en-US" dirty="0"/>
              <a:t> </a:t>
            </a:r>
            <a:r>
              <a:rPr lang="en-US" dirty="0" err="1"/>
              <a:t>tus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accesos</a:t>
            </a:r>
            <a:r>
              <a:rPr lang="en-US" dirty="0"/>
              <a:t> no </a:t>
            </a:r>
            <a:r>
              <a:rPr lang="en-US" dirty="0" err="1"/>
              <a:t>autorizados</a:t>
            </a:r>
            <a:r>
              <a:rPr lang="en-US" dirty="0"/>
              <a:t>.</a:t>
            </a:r>
          </a:p>
          <a:p>
            <a:r>
              <a:rPr lang="en-US" dirty="0"/>
              <a:t>En </a:t>
            </a:r>
            <a:r>
              <a:rPr lang="en-US" dirty="0" err="1"/>
              <a:t>resumen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Privacidad</a:t>
            </a:r>
            <a:r>
              <a:rPr lang="en-US" dirty="0"/>
              <a:t>: </a:t>
            </a:r>
            <a:r>
              <a:rPr lang="en-US" dirty="0" err="1"/>
              <a:t>Autonomía</a:t>
            </a:r>
            <a:r>
              <a:rPr lang="en-US" dirty="0"/>
              <a:t> y control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Confidencialidad</a:t>
            </a:r>
            <a:r>
              <a:rPr lang="en-US" dirty="0"/>
              <a:t>: </a:t>
            </a:r>
            <a:r>
              <a:rPr lang="en-US" dirty="0" err="1"/>
              <a:t>Protección</a:t>
            </a:r>
            <a:r>
              <a:rPr lang="en-US" dirty="0"/>
              <a:t> y </a:t>
            </a:r>
            <a:r>
              <a:rPr lang="en-US" dirty="0" err="1"/>
              <a:t>manejo</a:t>
            </a:r>
            <a:r>
              <a:rPr lang="en-US" dirty="0"/>
              <a:t> </a:t>
            </a:r>
            <a:r>
              <a:rPr lang="en-US" dirty="0" err="1"/>
              <a:t>seguro</a:t>
            </a:r>
            <a:r>
              <a:rPr lang="en-US" dirty="0"/>
              <a:t> de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otros</a:t>
            </a:r>
            <a:r>
              <a:rPr lang="en-US" dirty="0"/>
              <a:t>.</a:t>
            </a:r>
          </a:p>
          <a:p>
            <a:r>
              <a:rPr lang="en-US" dirty="0"/>
              <a:t>Ambas son </a:t>
            </a:r>
            <a:r>
              <a:rPr lang="en-US" dirty="0" err="1"/>
              <a:t>esenciales</a:t>
            </a:r>
            <a:r>
              <a:rPr lang="en-US" dirty="0"/>
              <a:t> para </a:t>
            </a:r>
            <a:r>
              <a:rPr lang="en-US" dirty="0" err="1"/>
              <a:t>proteger</a:t>
            </a:r>
            <a:r>
              <a:rPr lang="en-US" dirty="0"/>
              <a:t> </a:t>
            </a:r>
            <a:r>
              <a:rPr lang="en-US" dirty="0" err="1"/>
              <a:t>nuestra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era digital. La </a:t>
            </a:r>
            <a:r>
              <a:rPr lang="en-US" dirty="0" err="1"/>
              <a:t>privacidad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decidir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compartimos</a:t>
            </a:r>
            <a:r>
              <a:rPr lang="en-US" dirty="0"/>
              <a:t>, </a:t>
            </a:r>
            <a:r>
              <a:rPr lang="en-US" dirty="0" err="1"/>
              <a:t>mientras</a:t>
            </a:r>
            <a:r>
              <a:rPr lang="en-US" dirty="0"/>
              <a:t> que la </a:t>
            </a:r>
            <a:r>
              <a:rPr lang="en-US" dirty="0" err="1"/>
              <a:t>confidencialidad</a:t>
            </a:r>
            <a:r>
              <a:rPr lang="en-US" dirty="0"/>
              <a:t> </a:t>
            </a:r>
            <a:r>
              <a:rPr lang="en-US" dirty="0" err="1"/>
              <a:t>asegura</a:t>
            </a:r>
            <a:r>
              <a:rPr lang="en-US" dirty="0"/>
              <a:t> que lo que </a:t>
            </a:r>
            <a:r>
              <a:rPr lang="en-US" dirty="0" err="1"/>
              <a:t>compartimos</a:t>
            </a:r>
            <a:r>
              <a:rPr lang="en-US" dirty="0"/>
              <a:t> </a:t>
            </a:r>
            <a:r>
              <a:rPr lang="en-US" dirty="0" err="1"/>
              <a:t>esté</a:t>
            </a:r>
            <a:r>
              <a:rPr lang="en-US" dirty="0"/>
              <a:t> </a:t>
            </a:r>
            <a:r>
              <a:rPr lang="en-US" dirty="0" err="1"/>
              <a:t>protegido</a:t>
            </a:r>
            <a:r>
              <a:rPr lang="en-US" dirty="0"/>
              <a:t>.</a:t>
            </a:r>
          </a:p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DCC67-EF3A-4AF0-AD67-E3A03572A255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0564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https://www.ambitojuridico.com/noticias/analisis/tic/asi-van-los-proyectos-de-ley-sobre-inteligencia-artificial-en-colombia-en-la</a:t>
            </a:r>
            <a:r>
              <a:rPr lang="en-US" dirty="0"/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DCC67-EF3A-4AF0-AD67-E3A03572A255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4335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https://minciencias.gov.co/sites/default/files/marco-etico-ia-colombia-2021.pdf</a:t>
            </a:r>
            <a:r>
              <a:rPr lang="en-US" dirty="0"/>
              <a:t> </a:t>
            </a:r>
          </a:p>
          <a:p>
            <a:r>
              <a:rPr lang="en-US" dirty="0">
                <a:latin typeface="Calibri"/>
                <a:cs typeface="Calibri"/>
              </a:rPr>
              <a:t>Divide </a:t>
            </a:r>
            <a:r>
              <a:rPr lang="en-US" dirty="0" err="1">
                <a:latin typeface="Calibri"/>
                <a:cs typeface="Calibri"/>
              </a:rPr>
              <a:t>el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documento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en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ética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en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los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datos</a:t>
            </a:r>
            <a:r>
              <a:rPr lang="en-US" dirty="0">
                <a:latin typeface="Calibri"/>
                <a:cs typeface="Calibri"/>
              </a:rPr>
              <a:t>, </a:t>
            </a:r>
            <a:r>
              <a:rPr lang="en-US" dirty="0" err="1">
                <a:latin typeface="Calibri"/>
                <a:cs typeface="Calibri"/>
              </a:rPr>
              <a:t>en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los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algoritmos</a:t>
            </a:r>
            <a:r>
              <a:rPr lang="en-US" dirty="0">
                <a:latin typeface="Calibri"/>
                <a:cs typeface="Calibri"/>
              </a:rPr>
              <a:t> y </a:t>
            </a:r>
            <a:r>
              <a:rPr lang="en-US" dirty="0" err="1">
                <a:latin typeface="Calibri"/>
                <a:cs typeface="Calibri"/>
              </a:rPr>
              <a:t>en</a:t>
            </a:r>
            <a:r>
              <a:rPr lang="en-US" dirty="0">
                <a:latin typeface="Calibri"/>
                <a:cs typeface="Calibri"/>
              </a:rPr>
              <a:t> la </a:t>
            </a:r>
            <a:r>
              <a:rPr lang="en-US" dirty="0" err="1">
                <a:latin typeface="Calibri"/>
                <a:cs typeface="Calibri"/>
              </a:rPr>
              <a:t>práctica</a:t>
            </a:r>
            <a:r>
              <a:rPr lang="en-US" dirty="0">
                <a:latin typeface="Calibri"/>
                <a:cs typeface="Calibri"/>
              </a:rPr>
              <a:t>.</a:t>
            </a:r>
            <a:endParaRPr lang="en-US"/>
          </a:p>
          <a:p>
            <a:r>
              <a:rPr lang="en-US" dirty="0">
                <a:latin typeface="Calibri"/>
                <a:cs typeface="Calibri"/>
              </a:rPr>
              <a:t>1.</a:t>
            </a:r>
            <a:r>
              <a:rPr lang="en-US" dirty="0"/>
              <a:t>Este principio </a:t>
            </a:r>
            <a:r>
              <a:rPr lang="en-US" err="1"/>
              <a:t>debe</a:t>
            </a:r>
            <a:r>
              <a:rPr lang="en-US" dirty="0"/>
              <a:t> ser </a:t>
            </a:r>
            <a:r>
              <a:rPr lang="en-US" err="1"/>
              <a:t>entendido</a:t>
            </a:r>
            <a:r>
              <a:rPr lang="en-US" dirty="0"/>
              <a:t> </a:t>
            </a:r>
            <a:r>
              <a:rPr lang="en-US" err="1"/>
              <a:t>como</a:t>
            </a:r>
            <a:r>
              <a:rPr lang="en-US" dirty="0"/>
              <a:t> la </a:t>
            </a:r>
            <a:r>
              <a:rPr lang="en-US" err="1"/>
              <a:t>apertura</a:t>
            </a:r>
            <a:r>
              <a:rPr lang="en-US" dirty="0"/>
              <a:t> para </a:t>
            </a:r>
            <a:r>
              <a:rPr lang="en-US" err="1"/>
              <a:t>brindar</a:t>
            </a:r>
            <a:r>
              <a:rPr lang="en-US" dirty="0"/>
              <a:t> </a:t>
            </a:r>
            <a:r>
              <a:rPr lang="en-US" err="1"/>
              <a:t>información</a:t>
            </a:r>
            <a:r>
              <a:rPr lang="en-US" dirty="0"/>
              <a:t> </a:t>
            </a:r>
            <a:r>
              <a:rPr lang="en-US" err="1"/>
              <a:t>signifcativa</a:t>
            </a:r>
            <a:r>
              <a:rPr lang="en-US" dirty="0"/>
              <a:t> y </a:t>
            </a:r>
            <a:r>
              <a:rPr lang="en-US" err="1"/>
              <a:t>comprensible</a:t>
            </a:r>
            <a:r>
              <a:rPr lang="en-US" dirty="0"/>
              <a:t> </a:t>
            </a:r>
            <a:r>
              <a:rPr lang="en-US" err="1"/>
              <a:t>sobre</a:t>
            </a:r>
            <a:r>
              <a:rPr lang="en-US" dirty="0"/>
              <a:t> </a:t>
            </a:r>
            <a:r>
              <a:rPr lang="en-US" err="1"/>
              <a:t>el</a:t>
            </a:r>
            <a:r>
              <a:rPr lang="en-US" dirty="0"/>
              <a:t> </a:t>
            </a:r>
            <a:r>
              <a:rPr lang="en-US" err="1"/>
              <a:t>diseño</a:t>
            </a:r>
            <a:r>
              <a:rPr lang="en-US" dirty="0"/>
              <a:t>, </a:t>
            </a:r>
            <a:r>
              <a:rPr lang="en-US" err="1"/>
              <a:t>funcionamiento</a:t>
            </a:r>
            <a:r>
              <a:rPr lang="en-US" dirty="0"/>
              <a:t> e </a:t>
            </a:r>
            <a:r>
              <a:rPr lang="en-US" err="1"/>
              <a:t>impacto</a:t>
            </a:r>
            <a:r>
              <a:rPr lang="en-US" dirty="0"/>
              <a:t> que </a:t>
            </a:r>
            <a:r>
              <a:rPr lang="en-US" err="1"/>
              <a:t>tienen</a:t>
            </a:r>
            <a:r>
              <a:rPr lang="en-US" dirty="0"/>
              <a:t> </a:t>
            </a:r>
            <a:r>
              <a:rPr lang="en-US" err="1"/>
              <a:t>los</a:t>
            </a:r>
            <a:r>
              <a:rPr lang="en-US" dirty="0"/>
              <a:t> </a:t>
            </a:r>
            <a:r>
              <a:rPr lang="en-US" err="1"/>
              <a:t>sistemas</a:t>
            </a:r>
            <a:r>
              <a:rPr lang="en-US" dirty="0"/>
              <a:t> de </a:t>
            </a:r>
            <a:r>
              <a:rPr lang="en-US" err="1"/>
              <a:t>inteligencia</a:t>
            </a:r>
            <a:r>
              <a:rPr lang="en-US" dirty="0"/>
              <a:t> </a:t>
            </a:r>
            <a:r>
              <a:rPr lang="en-US" err="1"/>
              <a:t>artifcial</a:t>
            </a:r>
            <a:r>
              <a:rPr lang="en-US" dirty="0"/>
              <a:t> </a:t>
            </a:r>
          </a:p>
          <a:p>
            <a:r>
              <a:rPr lang="en-US" dirty="0">
                <a:latin typeface="Aptos"/>
                <a:cs typeface="Calibri"/>
              </a:rPr>
              <a:t>2. </a:t>
            </a:r>
            <a:r>
              <a:rPr lang="en-US" dirty="0"/>
              <a:t>Respeto </a:t>
            </a:r>
            <a:r>
              <a:rPr lang="en-US" dirty="0" err="1"/>
              <a:t>por</a:t>
            </a:r>
            <a:r>
              <a:rPr lang="en-US" dirty="0"/>
              <a:t> la </a:t>
            </a:r>
            <a:r>
              <a:rPr lang="en-US" dirty="0" err="1"/>
              <a:t>intimidad</a:t>
            </a:r>
            <a:r>
              <a:rPr lang="en-US" dirty="0"/>
              <a:t> de las personas y su esfera privada que impide el uso de información que estos no hayan autorizado y el perflamiento: c</a:t>
            </a:r>
          </a:p>
          <a:p>
            <a:r>
              <a:rPr lang="en-US" dirty="0">
                <a:latin typeface="Aptos"/>
                <a:cs typeface="Calibri"/>
              </a:rPr>
              <a:t>3. </a:t>
            </a:r>
            <a:r>
              <a:rPr lang="en-US" err="1"/>
              <a:t>cierta</a:t>
            </a:r>
            <a:r>
              <a:rPr lang="en-US" dirty="0"/>
              <a:t> </a:t>
            </a:r>
            <a:r>
              <a:rPr lang="en-US" err="1"/>
              <a:t>autonomía</a:t>
            </a:r>
            <a:r>
              <a:rPr lang="en-US" dirty="0"/>
              <a:t> </a:t>
            </a:r>
            <a:r>
              <a:rPr lang="en-US" err="1"/>
              <a:t>en</a:t>
            </a:r>
            <a:r>
              <a:rPr lang="en-US" dirty="0"/>
              <a:t> la </a:t>
            </a:r>
            <a:r>
              <a:rPr lang="en-US" err="1"/>
              <a:t>toma</a:t>
            </a:r>
            <a:r>
              <a:rPr lang="en-US" dirty="0"/>
              <a:t> de </a:t>
            </a:r>
            <a:r>
              <a:rPr lang="en-US" err="1"/>
              <a:t>decisiones</a:t>
            </a:r>
            <a:r>
              <a:rPr lang="en-US" dirty="0"/>
              <a:t>, </a:t>
            </a:r>
            <a:r>
              <a:rPr lang="en-US" err="1"/>
              <a:t>haciendo</a:t>
            </a:r>
            <a:r>
              <a:rPr lang="en-US" dirty="0"/>
              <a:t> que </a:t>
            </a:r>
            <a:r>
              <a:rPr lang="en-US" err="1"/>
              <a:t>el</a:t>
            </a:r>
            <a:r>
              <a:rPr lang="en-US" dirty="0"/>
              <a:t> ser </a:t>
            </a:r>
            <a:r>
              <a:rPr lang="en-US" err="1"/>
              <a:t>humano</a:t>
            </a:r>
            <a:r>
              <a:rPr lang="en-US" dirty="0"/>
              <a:t> </a:t>
            </a:r>
            <a:r>
              <a:rPr lang="en-US" err="1"/>
              <a:t>tenga</a:t>
            </a:r>
            <a:r>
              <a:rPr lang="en-US" dirty="0"/>
              <a:t> control total </a:t>
            </a:r>
            <a:r>
              <a:rPr lang="en-US" err="1"/>
              <a:t>sobre</a:t>
            </a:r>
            <a:r>
              <a:rPr lang="en-US" dirty="0"/>
              <a:t> la </a:t>
            </a:r>
            <a:r>
              <a:rPr lang="en-US" err="1"/>
              <a:t>toma</a:t>
            </a:r>
            <a:r>
              <a:rPr lang="en-US" dirty="0"/>
              <a:t> de </a:t>
            </a:r>
            <a:r>
              <a:rPr lang="en-US" err="1"/>
              <a:t>decisiones</a:t>
            </a:r>
            <a:r>
              <a:rPr lang="en-US"/>
              <a:t>.</a:t>
            </a:r>
          </a:p>
          <a:p>
            <a:r>
              <a:rPr lang="en-US" dirty="0">
                <a:latin typeface="Aptos"/>
                <a:cs typeface="Calibri"/>
              </a:rPr>
              <a:t>4. </a:t>
            </a:r>
            <a:r>
              <a:rPr lang="en-US" dirty="0"/>
              <a:t>Los </a:t>
            </a:r>
            <a:r>
              <a:rPr lang="en-US" err="1"/>
              <a:t>sistemas</a:t>
            </a:r>
            <a:r>
              <a:rPr lang="en-US" dirty="0"/>
              <a:t> de </a:t>
            </a:r>
            <a:r>
              <a:rPr lang="en-US" err="1"/>
              <a:t>inteligencia</a:t>
            </a:r>
            <a:r>
              <a:rPr lang="en-US" dirty="0"/>
              <a:t> </a:t>
            </a:r>
            <a:r>
              <a:rPr lang="en-US" err="1"/>
              <a:t>artifcial</a:t>
            </a:r>
            <a:r>
              <a:rPr lang="en-US" dirty="0"/>
              <a:t> no </a:t>
            </a:r>
            <a:r>
              <a:rPr lang="en-US" err="1"/>
              <a:t>deben</a:t>
            </a:r>
            <a:r>
              <a:rPr lang="en-US" dirty="0"/>
              <a:t> </a:t>
            </a:r>
            <a:r>
              <a:rPr lang="en-US" err="1"/>
              <a:t>generar</a:t>
            </a:r>
            <a:r>
              <a:rPr lang="en-US" dirty="0"/>
              <a:t> </a:t>
            </a:r>
            <a:r>
              <a:rPr lang="en-US" err="1"/>
              <a:t>afectaciones</a:t>
            </a:r>
            <a:r>
              <a:rPr lang="en-US" dirty="0"/>
              <a:t> a la </a:t>
            </a:r>
            <a:r>
              <a:rPr lang="en-US" err="1"/>
              <a:t>integridad</a:t>
            </a:r>
            <a:r>
              <a:rPr lang="en-US" dirty="0"/>
              <a:t> y </a:t>
            </a:r>
            <a:r>
              <a:rPr lang="en-US" err="1"/>
              <a:t>salud</a:t>
            </a:r>
            <a:r>
              <a:rPr lang="en-US" dirty="0"/>
              <a:t> </a:t>
            </a:r>
            <a:r>
              <a:rPr lang="en-US" err="1"/>
              <a:t>física</a:t>
            </a:r>
            <a:r>
              <a:rPr lang="en-US" dirty="0"/>
              <a:t> y mental de </a:t>
            </a:r>
            <a:r>
              <a:rPr lang="en-US" err="1"/>
              <a:t>los</a:t>
            </a:r>
            <a:r>
              <a:rPr lang="en-US" dirty="0"/>
              <a:t> </a:t>
            </a:r>
            <a:r>
              <a:rPr lang="en-US" err="1"/>
              <a:t>seres</a:t>
            </a:r>
            <a:r>
              <a:rPr lang="en-US" dirty="0"/>
              <a:t> </a:t>
            </a:r>
            <a:r>
              <a:rPr lang="en-US" err="1"/>
              <a:t>humanos</a:t>
            </a:r>
            <a:r>
              <a:rPr lang="en-US" dirty="0"/>
              <a:t> con </a:t>
            </a:r>
            <a:r>
              <a:rPr lang="en-US" err="1"/>
              <a:t>los</a:t>
            </a:r>
            <a:r>
              <a:rPr lang="en-US" dirty="0"/>
              <a:t> que </a:t>
            </a:r>
            <a:r>
              <a:rPr lang="en-US" err="1"/>
              <a:t>interactúan</a:t>
            </a:r>
            <a:endParaRPr lang="en-US"/>
          </a:p>
          <a:p>
            <a:r>
              <a:rPr lang="en-US" dirty="0">
                <a:latin typeface="Aptos"/>
                <a:cs typeface="Calibri"/>
              </a:rPr>
              <a:t>5. </a:t>
            </a:r>
            <a:r>
              <a:rPr lang="en-US" dirty="0"/>
              <a:t>responder </a:t>
            </a:r>
            <a:r>
              <a:rPr lang="en-US" err="1"/>
              <a:t>por</a:t>
            </a:r>
            <a:r>
              <a:rPr lang="en-US" dirty="0"/>
              <a:t> </a:t>
            </a:r>
            <a:r>
              <a:rPr lang="en-US" err="1"/>
              <a:t>los</a:t>
            </a:r>
            <a:r>
              <a:rPr lang="en-US" dirty="0"/>
              <a:t> </a:t>
            </a:r>
            <a:r>
              <a:rPr lang="en-US" err="1"/>
              <a:t>resultados</a:t>
            </a:r>
            <a:r>
              <a:rPr lang="en-US" dirty="0"/>
              <a:t> que </a:t>
            </a:r>
            <a:r>
              <a:rPr lang="en-US" err="1"/>
              <a:t>produzca</a:t>
            </a:r>
            <a:r>
              <a:rPr lang="en-US" dirty="0"/>
              <a:t> un </a:t>
            </a:r>
            <a:r>
              <a:rPr lang="en-US" err="1"/>
              <a:t>sistema</a:t>
            </a:r>
            <a:r>
              <a:rPr lang="en-US" dirty="0"/>
              <a:t> de </a:t>
            </a:r>
            <a:r>
              <a:rPr lang="en-US" err="1"/>
              <a:t>inteligencia</a:t>
            </a:r>
            <a:r>
              <a:rPr lang="en-US" dirty="0"/>
              <a:t> </a:t>
            </a:r>
            <a:r>
              <a:rPr lang="en-US" err="1"/>
              <a:t>artifcial</a:t>
            </a:r>
            <a:r>
              <a:rPr lang="en-US" dirty="0"/>
              <a:t> y las </a:t>
            </a:r>
            <a:r>
              <a:rPr lang="en-US" err="1"/>
              <a:t>afectaciones</a:t>
            </a:r>
            <a:r>
              <a:rPr lang="en-US" dirty="0"/>
              <a:t> que </a:t>
            </a:r>
            <a:r>
              <a:rPr lang="en-US" err="1"/>
              <a:t>llegue</a:t>
            </a:r>
            <a:r>
              <a:rPr lang="en-US" dirty="0"/>
              <a:t> a </a:t>
            </a:r>
            <a:r>
              <a:rPr lang="en-US" err="1"/>
              <a:t>generar</a:t>
            </a:r>
            <a:r>
              <a:rPr lang="en-US" dirty="0"/>
              <a:t>. </a:t>
            </a:r>
            <a:endParaRPr lang="en-US" dirty="0">
              <a:cs typeface="Calibri"/>
            </a:endParaRPr>
          </a:p>
          <a:p>
            <a:r>
              <a:rPr lang="en-US" dirty="0">
                <a:latin typeface="Aptos"/>
                <a:cs typeface="Calibri"/>
              </a:rPr>
              <a:t>6. </a:t>
            </a:r>
            <a:r>
              <a:rPr lang="en-US" dirty="0"/>
              <a:t>no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o </a:t>
            </a:r>
            <a:r>
              <a:rPr lang="en-US" dirty="0" err="1"/>
              <a:t>respuestas</a:t>
            </a:r>
            <a:r>
              <a:rPr lang="en-US" dirty="0"/>
              <a:t> que </a:t>
            </a:r>
            <a:r>
              <a:rPr lang="en-US" dirty="0" err="1"/>
              <a:t>atenten</a:t>
            </a:r>
            <a:r>
              <a:rPr lang="en-US" dirty="0"/>
              <a:t> contra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bienestar</a:t>
            </a:r>
            <a:r>
              <a:rPr lang="en-US" dirty="0"/>
              <a:t> de un </a:t>
            </a:r>
            <a:r>
              <a:rPr lang="en-US" dirty="0" err="1"/>
              <a:t>grupo</a:t>
            </a:r>
            <a:r>
              <a:rPr lang="en-US" dirty="0"/>
              <a:t> </a:t>
            </a:r>
            <a:r>
              <a:rPr lang="en-US" dirty="0" err="1"/>
              <a:t>especifco</a:t>
            </a:r>
            <a:r>
              <a:rPr lang="en-US" dirty="0"/>
              <a:t> o que </a:t>
            </a:r>
            <a:r>
              <a:rPr lang="en-US" dirty="0" err="1"/>
              <a:t>limiten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 derechos de </a:t>
            </a:r>
            <a:r>
              <a:rPr lang="en-US" dirty="0" err="1"/>
              <a:t>poblaciones</a:t>
            </a:r>
            <a:r>
              <a:rPr lang="en-US" dirty="0"/>
              <a:t> </a:t>
            </a:r>
            <a:r>
              <a:rPr lang="en-US" dirty="0" err="1"/>
              <a:t>históricamente</a:t>
            </a:r>
            <a:r>
              <a:rPr lang="en-US" dirty="0"/>
              <a:t> </a:t>
            </a:r>
            <a:r>
              <a:rPr lang="en-US" dirty="0" err="1"/>
              <a:t>marginadas</a:t>
            </a:r>
          </a:p>
          <a:p>
            <a:r>
              <a:rPr lang="en-US" dirty="0"/>
              <a:t>7. </a:t>
            </a:r>
            <a:r>
              <a:rPr lang="en-US" dirty="0" err="1"/>
              <a:t>participación</a:t>
            </a:r>
            <a:r>
              <a:rPr lang="en-US" dirty="0"/>
              <a:t> </a:t>
            </a:r>
            <a:r>
              <a:rPr lang="en-US" dirty="0" err="1"/>
              <a:t>activa</a:t>
            </a:r>
            <a:r>
              <a:rPr lang="en-US" dirty="0"/>
              <a:t> de </a:t>
            </a:r>
            <a:r>
              <a:rPr lang="en-US" dirty="0" err="1"/>
              <a:t>poblaciones</a:t>
            </a:r>
            <a:r>
              <a:rPr lang="en-US" dirty="0"/>
              <a:t> </a:t>
            </a:r>
            <a:r>
              <a:rPr lang="en-US" dirty="0" err="1"/>
              <a:t>históricamente</a:t>
            </a:r>
            <a:r>
              <a:rPr lang="en-US" dirty="0"/>
              <a:t> </a:t>
            </a:r>
            <a:r>
              <a:rPr lang="en-US" dirty="0" err="1"/>
              <a:t>marginadas</a:t>
            </a:r>
            <a:r>
              <a:rPr lang="en-US" dirty="0"/>
              <a:t> y de </a:t>
            </a:r>
            <a:r>
              <a:rPr lang="en-US" dirty="0" err="1"/>
              <a:t>poblaciones</a:t>
            </a:r>
            <a:r>
              <a:rPr lang="en-US" dirty="0"/>
              <a:t> </a:t>
            </a:r>
            <a:r>
              <a:rPr lang="en-US" dirty="0" err="1"/>
              <a:t>diversas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diseño</a:t>
            </a:r>
            <a:r>
              <a:rPr lang="en-US" dirty="0"/>
              <a:t>, </a:t>
            </a:r>
            <a:r>
              <a:rPr lang="en-US" dirty="0" err="1"/>
              <a:t>desarrollo</a:t>
            </a:r>
            <a:r>
              <a:rPr lang="en-US" dirty="0"/>
              <a:t>, </a:t>
            </a:r>
            <a:r>
              <a:rPr lang="en-US" dirty="0" err="1"/>
              <a:t>implementación</a:t>
            </a:r>
            <a:r>
              <a:rPr lang="en-US" dirty="0"/>
              <a:t> y </a:t>
            </a:r>
            <a:r>
              <a:rPr lang="en-US" dirty="0" err="1"/>
              <a:t>evaluación</a:t>
            </a:r>
            <a:r>
              <a:rPr lang="en-US" dirty="0"/>
              <a:t> 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de </a:t>
            </a:r>
            <a:r>
              <a:rPr lang="en-US" dirty="0" err="1"/>
              <a:t>inteligencia</a:t>
            </a:r>
            <a:r>
              <a:rPr lang="en-US" dirty="0"/>
              <a:t> </a:t>
            </a:r>
            <a:r>
              <a:rPr lang="en-US" dirty="0" err="1"/>
              <a:t>artifcial</a:t>
            </a:r>
            <a:r>
              <a:rPr lang="en-US" dirty="0"/>
              <a:t> que se </a:t>
            </a:r>
            <a:r>
              <a:rPr lang="en-US" dirty="0" err="1"/>
              <a:t>utilicen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Colombia</a:t>
            </a:r>
          </a:p>
          <a:p>
            <a:r>
              <a:rPr lang="en-US" dirty="0"/>
              <a:t>8. 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reconocer</a:t>
            </a:r>
            <a:r>
              <a:rPr lang="en-US" dirty="0"/>
              <a:t>, </a:t>
            </a:r>
            <a:r>
              <a:rPr lang="en-US" dirty="0" err="1"/>
              <a:t>respetar</a:t>
            </a:r>
            <a:r>
              <a:rPr lang="en-US" dirty="0"/>
              <a:t> y </a:t>
            </a:r>
            <a:r>
              <a:rPr lang="en-US" dirty="0" err="1"/>
              <a:t>privilegiar</a:t>
            </a:r>
            <a:r>
              <a:rPr lang="en-US" dirty="0"/>
              <a:t> </a:t>
            </a:r>
            <a:r>
              <a:rPr lang="en-US" dirty="0" err="1"/>
              <a:t>los</a:t>
            </a:r>
            <a:r>
              <a:rPr lang="en-US" dirty="0"/>
              <a:t> derechos de </a:t>
            </a:r>
            <a:r>
              <a:rPr lang="en-US" dirty="0" err="1"/>
              <a:t>niños</a:t>
            </a:r>
            <a:r>
              <a:rPr lang="en-US" dirty="0"/>
              <a:t> </a:t>
            </a:r>
            <a:r>
              <a:rPr lang="en-US" dirty="0" err="1"/>
              <a:t>niñas</a:t>
            </a:r>
            <a:r>
              <a:rPr lang="en-US" dirty="0"/>
              <a:t> y </a:t>
            </a:r>
            <a:r>
              <a:rPr lang="en-US" dirty="0" err="1"/>
              <a:t>adolescentes</a:t>
            </a:r>
            <a:r>
              <a:rPr lang="en-US" dirty="0"/>
              <a:t>. </a:t>
            </a:r>
          </a:p>
          <a:p>
            <a:r>
              <a:rPr lang="en-US" dirty="0"/>
              <a:t>9. </a:t>
            </a:r>
            <a:r>
              <a:rPr lang="en-US" dirty="0" err="1"/>
              <a:t>directamente</a:t>
            </a:r>
            <a:r>
              <a:rPr lang="en-US" dirty="0"/>
              <a:t> </a:t>
            </a:r>
            <a:r>
              <a:rPr lang="en-US" dirty="0" err="1"/>
              <a:t>relacionada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actividad</a:t>
            </a:r>
            <a:r>
              <a:rPr lang="en-US" dirty="0"/>
              <a:t> que </a:t>
            </a:r>
            <a:r>
              <a:rPr lang="en-US" dirty="0" err="1"/>
              <a:t>genere</a:t>
            </a:r>
            <a:r>
              <a:rPr lang="en-US" dirty="0"/>
              <a:t> un </a:t>
            </a:r>
            <a:r>
              <a:rPr lang="en-US" dirty="0" err="1"/>
              <a:t>benefcio</a:t>
            </a:r>
            <a:r>
              <a:rPr lang="en-US" dirty="0"/>
              <a:t> social claro y determinable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DCC67-EF3A-4AF0-AD67-E3A03572A255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2334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f20d675e33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f20d675e33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Los </a:t>
            </a:r>
            <a:r>
              <a:rPr lang="en-US" dirty="0" err="1"/>
              <a:t>principios</a:t>
            </a:r>
            <a:r>
              <a:rPr lang="en-US" dirty="0"/>
              <a:t> FAIR son un conjunto de directrices </a:t>
            </a:r>
            <a:r>
              <a:rPr lang="en-US" dirty="0" err="1"/>
              <a:t>diseñadas</a:t>
            </a:r>
            <a:r>
              <a:rPr lang="en-US" dirty="0"/>
              <a:t> para </a:t>
            </a:r>
            <a:r>
              <a:rPr lang="en-US" dirty="0" err="1"/>
              <a:t>mejorar</a:t>
            </a:r>
            <a:r>
              <a:rPr lang="en-US" dirty="0"/>
              <a:t> la </a:t>
            </a:r>
            <a:r>
              <a:rPr lang="en-US" dirty="0" err="1"/>
              <a:t>gestión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intercambio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científicos</a:t>
            </a:r>
            <a:r>
              <a:rPr lang="en-US" dirty="0"/>
              <a:t>. El </a:t>
            </a:r>
            <a:r>
              <a:rPr lang="en-US" dirty="0" err="1"/>
              <a:t>acrónimo</a:t>
            </a:r>
            <a:r>
              <a:rPr lang="en-US" dirty="0"/>
              <a:t> FAIR </a:t>
            </a:r>
            <a:r>
              <a:rPr lang="en-US" dirty="0" err="1"/>
              <a:t>representa</a:t>
            </a:r>
            <a:r>
              <a:rPr lang="en-US" dirty="0"/>
              <a:t> cuatro </a:t>
            </a:r>
            <a:r>
              <a:rPr lang="en-US" dirty="0" err="1"/>
              <a:t>principios</a:t>
            </a:r>
            <a:r>
              <a:rPr lang="en-US" dirty="0"/>
              <a:t> </a:t>
            </a:r>
            <a:r>
              <a:rPr lang="en-US" dirty="0" err="1"/>
              <a:t>fundamentales</a:t>
            </a:r>
            <a:r>
              <a:rPr lang="en-US" dirty="0"/>
              <a:t>: Findable, Accessible, Interoperable y Reusable.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principios</a:t>
            </a:r>
            <a:r>
              <a:rPr lang="en-US" dirty="0"/>
              <a:t> </a:t>
            </a:r>
            <a:r>
              <a:rPr lang="en-US" dirty="0" err="1"/>
              <a:t>buscan</a:t>
            </a:r>
            <a:r>
              <a:rPr lang="en-US" dirty="0"/>
              <a:t> </a:t>
            </a:r>
            <a:r>
              <a:rPr lang="en-US" dirty="0" err="1"/>
              <a:t>asegurar</a:t>
            </a:r>
            <a:r>
              <a:rPr lang="en-US" dirty="0"/>
              <a:t> que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sean</a:t>
            </a:r>
            <a:r>
              <a:rPr lang="en-US" dirty="0"/>
              <a:t> </a:t>
            </a:r>
            <a:r>
              <a:rPr lang="en-US" dirty="0" err="1"/>
              <a:t>fácilmente</a:t>
            </a:r>
            <a:r>
              <a:rPr lang="en-US" dirty="0"/>
              <a:t> </a:t>
            </a:r>
            <a:r>
              <a:rPr lang="en-US" dirty="0" err="1"/>
              <a:t>localizables</a:t>
            </a:r>
            <a:r>
              <a:rPr lang="en-US" dirty="0"/>
              <a:t>, </a:t>
            </a:r>
            <a:r>
              <a:rPr lang="en-US" dirty="0" err="1"/>
              <a:t>accesibles</a:t>
            </a:r>
            <a:r>
              <a:rPr lang="en-US" dirty="0"/>
              <a:t>, compatibles con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y </a:t>
            </a:r>
            <a:r>
              <a:rPr lang="en-US" dirty="0" err="1"/>
              <a:t>reutilizables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 </a:t>
            </a:r>
            <a:r>
              <a:rPr lang="en-US" dirty="0" err="1"/>
              <a:t>comunidad</a:t>
            </a:r>
            <a:r>
              <a:rPr lang="en-US" dirty="0"/>
              <a:t> </a:t>
            </a:r>
            <a:r>
              <a:rPr lang="en-US" dirty="0" err="1"/>
              <a:t>científica</a:t>
            </a:r>
            <a:r>
              <a:rPr lang="en-US" dirty="0"/>
              <a:t>.</a:t>
            </a:r>
          </a:p>
          <a:p>
            <a:r>
              <a:rPr lang="en-US" dirty="0" err="1"/>
              <a:t>Adoptar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principios</a:t>
            </a:r>
            <a:r>
              <a:rPr lang="en-US" dirty="0"/>
              <a:t> FAIR </a:t>
            </a:r>
            <a:r>
              <a:rPr lang="en-US" dirty="0" err="1"/>
              <a:t>ayuda</a:t>
            </a:r>
            <a:r>
              <a:rPr lang="en-US" dirty="0"/>
              <a:t> a </a:t>
            </a:r>
            <a:r>
              <a:rPr lang="en-US" dirty="0" err="1"/>
              <a:t>maximizar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valor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, </a:t>
            </a:r>
            <a:r>
              <a:rPr lang="en-US" dirty="0" err="1"/>
              <a:t>facilitando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descubrimiento</a:t>
            </a:r>
            <a:r>
              <a:rPr lang="en-US" dirty="0"/>
              <a:t> y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un </a:t>
            </a:r>
            <a:r>
              <a:rPr lang="en-US" dirty="0" err="1"/>
              <a:t>amplio</a:t>
            </a:r>
            <a:r>
              <a:rPr lang="en-US" dirty="0"/>
              <a:t> </a:t>
            </a:r>
            <a:r>
              <a:rPr lang="en-US" dirty="0" err="1"/>
              <a:t>espectro</a:t>
            </a:r>
            <a:r>
              <a:rPr lang="en-US" dirty="0"/>
              <a:t> de </a:t>
            </a:r>
            <a:r>
              <a:rPr lang="en-US" dirty="0" err="1"/>
              <a:t>usuarios</a:t>
            </a:r>
            <a:r>
              <a:rPr lang="en-US" dirty="0"/>
              <a:t>.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principios</a:t>
            </a:r>
            <a:r>
              <a:rPr lang="en-US" dirty="0"/>
              <a:t> </a:t>
            </a:r>
            <a:r>
              <a:rPr lang="en-US" dirty="0" err="1"/>
              <a:t>promueven</a:t>
            </a:r>
            <a:r>
              <a:rPr lang="en-US" dirty="0"/>
              <a:t> la </a:t>
            </a:r>
            <a:r>
              <a:rPr lang="en-US" dirty="0" err="1"/>
              <a:t>transparencia</a:t>
            </a:r>
            <a:r>
              <a:rPr lang="en-US" dirty="0"/>
              <a:t>, la </a:t>
            </a:r>
            <a:r>
              <a:rPr lang="en-US" dirty="0" err="1"/>
              <a:t>reproducibilidad</a:t>
            </a:r>
            <a:r>
              <a:rPr lang="en-US" dirty="0"/>
              <a:t> de la </a:t>
            </a:r>
            <a:r>
              <a:rPr lang="en-US" dirty="0" err="1"/>
              <a:t>investigación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avance</a:t>
            </a:r>
            <a:r>
              <a:rPr lang="en-US" dirty="0"/>
              <a:t> </a:t>
            </a:r>
            <a:r>
              <a:rPr lang="en-US" dirty="0" err="1"/>
              <a:t>científico</a:t>
            </a:r>
            <a:r>
              <a:rPr lang="en-US" dirty="0"/>
              <a:t>, al </a:t>
            </a:r>
            <a:r>
              <a:rPr lang="en-US" dirty="0" err="1"/>
              <a:t>fomentar</a:t>
            </a:r>
            <a:r>
              <a:rPr lang="en-US" dirty="0"/>
              <a:t> un </a:t>
            </a:r>
            <a:r>
              <a:rPr lang="en-US" dirty="0" err="1"/>
              <a:t>enfoque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sistemático</a:t>
            </a:r>
            <a:r>
              <a:rPr lang="en-US" dirty="0"/>
              <a:t> y </a:t>
            </a:r>
            <a:r>
              <a:rPr lang="en-US" dirty="0" err="1"/>
              <a:t>coordinado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primer principio de FAIR es "Findable", que se refiere a la capacidad de los datos para ser encontrados fácilmente por humanos y máquinas. Para que los datos sean encontrables, deben cumplir ciertos criterios: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Identificadores</a:t>
            </a:r>
            <a:r>
              <a:rPr lang="en-US" b="1" dirty="0"/>
              <a:t> </a:t>
            </a:r>
            <a:r>
              <a:rPr lang="en-US" b="1" dirty="0" err="1"/>
              <a:t>Únicos</a:t>
            </a:r>
            <a:r>
              <a:rPr lang="en-US" b="1" dirty="0"/>
              <a:t> y </a:t>
            </a:r>
            <a:r>
              <a:rPr lang="en-US" b="1" dirty="0" err="1"/>
              <a:t>Persistentes</a:t>
            </a:r>
            <a:r>
              <a:rPr lang="en-US" b="1" dirty="0"/>
              <a:t>:</a:t>
            </a:r>
            <a:r>
              <a:rPr lang="en-US" dirty="0"/>
              <a:t> Los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identificadores</a:t>
            </a:r>
            <a:r>
              <a:rPr lang="en-US" dirty="0"/>
              <a:t> </a:t>
            </a:r>
            <a:r>
              <a:rPr lang="en-US" dirty="0" err="1"/>
              <a:t>únicos</a:t>
            </a:r>
            <a:r>
              <a:rPr lang="en-US" dirty="0"/>
              <a:t> y </a:t>
            </a:r>
            <a:r>
              <a:rPr lang="en-US" dirty="0" err="1"/>
              <a:t>persistentes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DOI (Digital Object Identifiers), que </a:t>
            </a:r>
            <a:r>
              <a:rPr lang="en-US" dirty="0" err="1"/>
              <a:t>permitan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localización</a:t>
            </a:r>
            <a:r>
              <a:rPr lang="en-US" dirty="0"/>
              <a:t> </a:t>
            </a:r>
            <a:r>
              <a:rPr lang="en-US" dirty="0" err="1"/>
              <a:t>precisa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Metadatos</a:t>
            </a:r>
            <a:r>
              <a:rPr lang="en-US" b="1" dirty="0"/>
              <a:t> Ricos:</a:t>
            </a:r>
            <a:r>
              <a:rPr lang="en-US" dirty="0"/>
              <a:t> Los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acompañados</a:t>
            </a:r>
            <a:r>
              <a:rPr lang="en-US" dirty="0"/>
              <a:t> de </a:t>
            </a:r>
            <a:r>
              <a:rPr lang="en-US" dirty="0" err="1"/>
              <a:t>metadatos</a:t>
            </a:r>
            <a:r>
              <a:rPr lang="en-US" dirty="0"/>
              <a:t> </a:t>
            </a:r>
            <a:r>
              <a:rPr lang="en-US" dirty="0" err="1"/>
              <a:t>descriptivos</a:t>
            </a:r>
            <a:r>
              <a:rPr lang="en-US" dirty="0"/>
              <a:t> y </a:t>
            </a:r>
            <a:r>
              <a:rPr lang="en-US" dirty="0" err="1"/>
              <a:t>detallados</a:t>
            </a:r>
            <a:r>
              <a:rPr lang="en-US" dirty="0"/>
              <a:t>, que </a:t>
            </a:r>
            <a:r>
              <a:rPr lang="en-US" dirty="0" err="1"/>
              <a:t>proporcionen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contenido</a:t>
            </a:r>
            <a:r>
              <a:rPr lang="en-US" dirty="0"/>
              <a:t>, la </a:t>
            </a:r>
            <a:r>
              <a:rPr lang="en-US" dirty="0" err="1"/>
              <a:t>procedencia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contexto</a:t>
            </a:r>
            <a:r>
              <a:rPr lang="en-US" dirty="0"/>
              <a:t> y la </a:t>
            </a:r>
            <a:r>
              <a:rPr lang="en-US" dirty="0" err="1"/>
              <a:t>estructura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Índices</a:t>
            </a:r>
            <a:r>
              <a:rPr lang="en-US" b="1" dirty="0"/>
              <a:t> de </a:t>
            </a:r>
            <a:r>
              <a:rPr lang="en-US" b="1" dirty="0" err="1"/>
              <a:t>Búsqueda</a:t>
            </a:r>
            <a:r>
              <a:rPr lang="en-US" b="1" dirty="0"/>
              <a:t>:</a:t>
            </a:r>
            <a:r>
              <a:rPr lang="en-US" dirty="0"/>
              <a:t> Los </a:t>
            </a:r>
            <a:r>
              <a:rPr lang="en-US" dirty="0" err="1"/>
              <a:t>datos</a:t>
            </a:r>
            <a:r>
              <a:rPr lang="en-US" dirty="0"/>
              <a:t> y sus </a:t>
            </a:r>
            <a:r>
              <a:rPr lang="en-US" dirty="0" err="1"/>
              <a:t>metadatos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ser </a:t>
            </a:r>
            <a:r>
              <a:rPr lang="en-US" dirty="0" err="1"/>
              <a:t>indexados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bases de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motores</a:t>
            </a:r>
            <a:r>
              <a:rPr lang="en-US" dirty="0"/>
              <a:t> de </a:t>
            </a:r>
            <a:r>
              <a:rPr lang="en-US" dirty="0" err="1"/>
              <a:t>búsqueda</a:t>
            </a:r>
            <a:r>
              <a:rPr lang="en-US" dirty="0"/>
              <a:t> para </a:t>
            </a:r>
            <a:r>
              <a:rPr lang="en-US" dirty="0" err="1"/>
              <a:t>facilitar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localización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Documentación</a:t>
            </a:r>
            <a:r>
              <a:rPr lang="en-US" b="1" dirty="0"/>
              <a:t> </a:t>
            </a:r>
            <a:r>
              <a:rPr lang="en-US" b="1" dirty="0" err="1"/>
              <a:t>Accesible</a:t>
            </a:r>
            <a:r>
              <a:rPr lang="en-US" b="1" dirty="0"/>
              <a:t>:</a:t>
            </a:r>
            <a:r>
              <a:rPr lang="en-US" dirty="0"/>
              <a:t> Los </a:t>
            </a:r>
            <a:r>
              <a:rPr lang="en-US" dirty="0" err="1"/>
              <a:t>recursos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bien </a:t>
            </a:r>
            <a:r>
              <a:rPr lang="en-US" dirty="0" err="1"/>
              <a:t>documentados</a:t>
            </a:r>
            <a:r>
              <a:rPr lang="en-US" dirty="0"/>
              <a:t> y </a:t>
            </a:r>
            <a:r>
              <a:rPr lang="en-US" dirty="0" err="1"/>
              <a:t>accesibles</a:t>
            </a:r>
            <a:r>
              <a:rPr lang="en-US" dirty="0"/>
              <a:t> a </a:t>
            </a:r>
            <a:r>
              <a:rPr lang="en-US" dirty="0" err="1"/>
              <a:t>través</a:t>
            </a:r>
            <a:r>
              <a:rPr lang="en-US" dirty="0"/>
              <a:t> de </a:t>
            </a:r>
            <a:r>
              <a:rPr lang="en-US" dirty="0" err="1"/>
              <a:t>catálogos</a:t>
            </a:r>
            <a:r>
              <a:rPr lang="en-US" dirty="0"/>
              <a:t> o </a:t>
            </a:r>
            <a:r>
              <a:rPr lang="en-US" dirty="0" err="1"/>
              <a:t>repositorios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, </a:t>
            </a:r>
            <a:r>
              <a:rPr lang="en-US" dirty="0" err="1"/>
              <a:t>permitiendo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usuarios</a:t>
            </a:r>
            <a:r>
              <a:rPr lang="en-US" dirty="0"/>
              <a:t> </a:t>
            </a:r>
            <a:r>
              <a:rPr lang="en-US" dirty="0" err="1"/>
              <a:t>encontrar</a:t>
            </a:r>
            <a:r>
              <a:rPr lang="en-US" dirty="0"/>
              <a:t> la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necesaria</a:t>
            </a:r>
            <a:r>
              <a:rPr lang="en-US" dirty="0"/>
              <a:t> </a:t>
            </a:r>
            <a:r>
              <a:rPr lang="en-US" dirty="0" err="1"/>
              <a:t>rápidamente</a:t>
            </a:r>
            <a:r>
              <a:rPr lang="en-US" dirty="0"/>
              <a:t>.</a:t>
            </a:r>
          </a:p>
          <a:p>
            <a:r>
              <a:rPr lang="en-US" dirty="0"/>
              <a:t>En </a:t>
            </a:r>
            <a:r>
              <a:rPr lang="en-US" dirty="0" err="1"/>
              <a:t>resumen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principio "Findable" </a:t>
            </a:r>
            <a:r>
              <a:rPr lang="en-US" dirty="0" err="1"/>
              <a:t>asegura</a:t>
            </a:r>
            <a:r>
              <a:rPr lang="en-US" dirty="0"/>
              <a:t> que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estén</a:t>
            </a:r>
            <a:r>
              <a:rPr lang="en-US" dirty="0"/>
              <a:t> </a:t>
            </a:r>
            <a:r>
              <a:rPr lang="en-US" dirty="0" err="1"/>
              <a:t>organizados</a:t>
            </a:r>
            <a:r>
              <a:rPr lang="en-US" dirty="0"/>
              <a:t> y </a:t>
            </a:r>
            <a:r>
              <a:rPr lang="en-US" dirty="0" err="1"/>
              <a:t>documentados</a:t>
            </a:r>
            <a:r>
              <a:rPr lang="en-US" dirty="0"/>
              <a:t> de </a:t>
            </a:r>
            <a:r>
              <a:rPr lang="en-US" dirty="0" err="1"/>
              <a:t>manera</a:t>
            </a:r>
            <a:r>
              <a:rPr lang="en-US" dirty="0"/>
              <a:t> que </a:t>
            </a:r>
            <a:r>
              <a:rPr lang="en-US" dirty="0" err="1"/>
              <a:t>puedan</a:t>
            </a:r>
            <a:r>
              <a:rPr lang="en-US" dirty="0"/>
              <a:t> ser </a:t>
            </a:r>
            <a:r>
              <a:rPr lang="en-US" dirty="0" err="1"/>
              <a:t>localizados</a:t>
            </a:r>
            <a:r>
              <a:rPr lang="en-US" dirty="0"/>
              <a:t> </a:t>
            </a:r>
            <a:r>
              <a:rPr lang="en-US" dirty="0" err="1"/>
              <a:t>fácilmente</a:t>
            </a:r>
            <a:r>
              <a:rPr lang="en-US" dirty="0"/>
              <a:t>, </a:t>
            </a:r>
            <a:r>
              <a:rPr lang="en-US" dirty="0" err="1"/>
              <a:t>promoviendo</a:t>
            </a:r>
            <a:r>
              <a:rPr lang="en-US" dirty="0"/>
              <a:t> </a:t>
            </a:r>
            <a:r>
              <a:rPr lang="en-US" dirty="0" err="1"/>
              <a:t>así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descubrimiento</a:t>
            </a:r>
            <a:r>
              <a:rPr lang="en-US" dirty="0"/>
              <a:t> y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efectivo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científicos</a:t>
            </a:r>
            <a:r>
              <a:rPr lang="en-US" dirty="0"/>
              <a:t>.</a:t>
            </a:r>
          </a:p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DCC67-EF3A-4AF0-AD67-E3A03572A255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7398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El segundo principio de FAIR es "</a:t>
            </a:r>
            <a:r>
              <a:rPr lang="es-CO" dirty="0" err="1"/>
              <a:t>Accessible</a:t>
            </a:r>
            <a:r>
              <a:rPr lang="es-CO" dirty="0"/>
              <a:t>", que se refiere a la capacidad de los datos para ser accedidos por usuarios autorizados cuando sea necesario. Para que los datos sean accesibles, deben cumplir ciertos criterios: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s-CO" b="1" dirty="0"/>
              <a:t>Protocolos de Acceso Estándar:</a:t>
            </a:r>
            <a:r>
              <a:rPr lang="es-CO" dirty="0"/>
              <a:t> Los datos deben ser recuperables mediante protocolos de comunicación abiertos, bien establecidos y ampliamente adoptados, como HTTP o FTP. Estos protocolos aseguran que los datos puedan ser accesibles a través de diferentes sistemas y plataformas.</a:t>
            </a:r>
          </a:p>
          <a:p>
            <a:pPr marL="171450" indent="-171450">
              <a:buFont typeface="Arial"/>
              <a:buChar char="•"/>
            </a:pPr>
            <a:r>
              <a:rPr lang="es-CO" b="1" dirty="0"/>
              <a:t>Autenticación y Autorización:</a:t>
            </a:r>
            <a:r>
              <a:rPr lang="es-CO" dirty="0"/>
              <a:t> Si es necesario, el acceso a los datos puede requerir autenticación y autorización. Esto garantiza que solo los usuarios con permisos adecuados puedan acceder a la información, protegiendo así la privacidad y la seguridad de los datos.</a:t>
            </a:r>
          </a:p>
          <a:p>
            <a:pPr marL="171450" indent="-171450">
              <a:buFont typeface="Arial"/>
              <a:buChar char="•"/>
            </a:pPr>
            <a:r>
              <a:rPr lang="es-CO" b="1" dirty="0"/>
              <a:t>Metadatos Accesibles:</a:t>
            </a:r>
            <a:r>
              <a:rPr lang="es-CO" dirty="0"/>
              <a:t> Incluso si los datos en sí no son directamente accesibles debido a restricciones, los metadatos que describen esos datos deben ser accesibles públicamente. Esto permite a los usuarios saber que los datos existen y a quién contactar para solicitarlos.</a:t>
            </a:r>
          </a:p>
          <a:p>
            <a:pPr marL="171450" indent="-171450">
              <a:buFont typeface="Arial"/>
              <a:buChar char="•"/>
            </a:pPr>
            <a:r>
              <a:rPr lang="es-CO" b="1" dirty="0"/>
              <a:t>Persistencia de los Enlaces:</a:t>
            </a:r>
            <a:r>
              <a:rPr lang="es-CO" dirty="0"/>
              <a:t> Los enlaces a los datos y a los metadatos deben ser persistentes, de modo que los usuarios puedan acceder a ellos a lo largo del tiempo sin que los enlaces se rompan.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DCC67-EF3A-4AF0-AD67-E3A03572A255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5574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</a:t>
            </a:r>
            <a:r>
              <a:rPr lang="en-US" err="1"/>
              <a:t>tercer</a:t>
            </a:r>
            <a:r>
              <a:rPr lang="en-US"/>
              <a:t> principio de FAIR es "Interoperable", que se refiere a la capacidad de los datos para integrarse con otros datos y ser utilizados por diferentes sistemas y aplicaciones. Para que los datos sean interoperables, deben cumplir ciertos criterios:</a:t>
            </a:r>
          </a:p>
          <a:p>
            <a:pPr marL="285750" indent="-285750">
              <a:buFont typeface="Arial"/>
              <a:buChar char="•"/>
            </a:pPr>
            <a:r>
              <a:rPr lang="en-US" b="1" err="1"/>
              <a:t>Estándares</a:t>
            </a:r>
            <a:r>
              <a:rPr lang="en-US" b="1"/>
              <a:t> </a:t>
            </a:r>
            <a:r>
              <a:rPr lang="en-US" b="1" err="1"/>
              <a:t>Formales</a:t>
            </a:r>
            <a:r>
              <a:rPr lang="en-US" b="1"/>
              <a:t>:</a:t>
            </a:r>
            <a:r>
              <a:rPr lang="en-US"/>
              <a:t> Los </a:t>
            </a:r>
            <a:r>
              <a:rPr lang="en-US" err="1"/>
              <a:t>datos</a:t>
            </a:r>
            <a:r>
              <a:rPr lang="en-US"/>
              <a:t> </a:t>
            </a:r>
            <a:r>
              <a:rPr lang="en-US" err="1"/>
              <a:t>deben</a:t>
            </a:r>
            <a:r>
              <a:rPr lang="en-US"/>
              <a:t> </a:t>
            </a:r>
            <a:r>
              <a:rPr lang="en-US" err="1"/>
              <a:t>utilizar</a:t>
            </a:r>
            <a:r>
              <a:rPr lang="en-US"/>
              <a:t> </a:t>
            </a:r>
            <a:r>
              <a:rPr lang="en-US" err="1"/>
              <a:t>formatos</a:t>
            </a:r>
            <a:r>
              <a:rPr lang="en-US"/>
              <a:t> y </a:t>
            </a:r>
            <a:r>
              <a:rPr lang="en-US" err="1"/>
              <a:t>lenguajes</a:t>
            </a:r>
            <a:r>
              <a:rPr lang="en-US"/>
              <a:t> </a:t>
            </a:r>
            <a:r>
              <a:rPr lang="en-US" err="1"/>
              <a:t>estándar</a:t>
            </a:r>
            <a:r>
              <a:rPr lang="en-US"/>
              <a:t> que </a:t>
            </a:r>
            <a:r>
              <a:rPr lang="en-US" err="1"/>
              <a:t>sean</a:t>
            </a:r>
            <a:r>
              <a:rPr lang="en-US"/>
              <a:t> </a:t>
            </a:r>
            <a:r>
              <a:rPr lang="en-US" err="1"/>
              <a:t>ampliamente</a:t>
            </a:r>
            <a:r>
              <a:rPr lang="en-US"/>
              <a:t> </a:t>
            </a:r>
            <a:r>
              <a:rPr lang="en-US" err="1"/>
              <a:t>reconocidos</a:t>
            </a:r>
            <a:r>
              <a:rPr lang="en-US"/>
              <a:t> y </a:t>
            </a:r>
            <a:r>
              <a:rPr lang="en-US" err="1"/>
              <a:t>adoptados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la </a:t>
            </a:r>
            <a:r>
              <a:rPr lang="en-US" err="1"/>
              <a:t>comunidad</a:t>
            </a:r>
            <a:r>
              <a:rPr lang="en-US"/>
              <a:t> </a:t>
            </a:r>
            <a:r>
              <a:rPr lang="en-US" err="1"/>
              <a:t>científica</a:t>
            </a:r>
            <a:r>
              <a:rPr lang="en-US"/>
              <a:t>, </a:t>
            </a:r>
            <a:r>
              <a:rPr lang="en-US" err="1"/>
              <a:t>como</a:t>
            </a:r>
            <a:r>
              <a:rPr lang="en-US"/>
              <a:t> XML, JSON o RDF. </a:t>
            </a:r>
            <a:r>
              <a:rPr lang="en-US" err="1"/>
              <a:t>Estos</a:t>
            </a:r>
            <a:r>
              <a:rPr lang="en-US"/>
              <a:t> </a:t>
            </a:r>
            <a:r>
              <a:rPr lang="en-US" err="1"/>
              <a:t>estándares</a:t>
            </a:r>
            <a:r>
              <a:rPr lang="en-US"/>
              <a:t> </a:t>
            </a:r>
            <a:r>
              <a:rPr lang="en-US" err="1"/>
              <a:t>facilitan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intercambio</a:t>
            </a:r>
            <a:r>
              <a:rPr lang="en-US"/>
              <a:t> y la </a:t>
            </a:r>
            <a:r>
              <a:rPr lang="en-US" err="1"/>
              <a:t>integración</a:t>
            </a:r>
            <a:r>
              <a:rPr lang="en-US"/>
              <a:t> de </a:t>
            </a:r>
            <a:r>
              <a:rPr lang="en-US" err="1"/>
              <a:t>datos</a:t>
            </a:r>
            <a:r>
              <a:rPr lang="en-US"/>
              <a:t> entre </a:t>
            </a:r>
            <a:r>
              <a:rPr lang="en-US" err="1"/>
              <a:t>diferentes</a:t>
            </a:r>
            <a:r>
              <a:rPr lang="en-US"/>
              <a:t> </a:t>
            </a:r>
            <a:r>
              <a:rPr lang="en-US" err="1"/>
              <a:t>sistemas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b="1" err="1"/>
              <a:t>Vocabularios</a:t>
            </a:r>
            <a:r>
              <a:rPr lang="en-US" b="1"/>
              <a:t> </a:t>
            </a:r>
            <a:r>
              <a:rPr lang="en-US" b="1" err="1"/>
              <a:t>Compartidos</a:t>
            </a:r>
            <a:r>
              <a:rPr lang="en-US" b="1"/>
              <a:t>:</a:t>
            </a:r>
            <a:r>
              <a:rPr lang="en-US"/>
              <a:t> Los </a:t>
            </a:r>
            <a:r>
              <a:rPr lang="en-US" err="1"/>
              <a:t>datos</a:t>
            </a:r>
            <a:r>
              <a:rPr lang="en-US"/>
              <a:t> </a:t>
            </a:r>
            <a:r>
              <a:rPr lang="en-US" err="1"/>
              <a:t>deben</a:t>
            </a:r>
            <a:r>
              <a:rPr lang="en-US"/>
              <a:t> </a:t>
            </a:r>
            <a:r>
              <a:rPr lang="en-US" err="1"/>
              <a:t>emplear</a:t>
            </a:r>
            <a:r>
              <a:rPr lang="en-US"/>
              <a:t> </a:t>
            </a:r>
            <a:r>
              <a:rPr lang="en-US" err="1"/>
              <a:t>vocabularios</a:t>
            </a:r>
            <a:r>
              <a:rPr lang="en-US"/>
              <a:t> y </a:t>
            </a:r>
            <a:r>
              <a:rPr lang="en-US" err="1"/>
              <a:t>ontologías</a:t>
            </a:r>
            <a:r>
              <a:rPr lang="en-US"/>
              <a:t> </a:t>
            </a:r>
            <a:r>
              <a:rPr lang="en-US" err="1"/>
              <a:t>comúnmente</a:t>
            </a:r>
            <a:r>
              <a:rPr lang="en-US"/>
              <a:t> </a:t>
            </a:r>
            <a:r>
              <a:rPr lang="en-US" err="1"/>
              <a:t>aceptadas</a:t>
            </a:r>
            <a:r>
              <a:rPr lang="en-US"/>
              <a:t> que </a:t>
            </a:r>
            <a:r>
              <a:rPr lang="en-US" err="1"/>
              <a:t>sean</a:t>
            </a:r>
            <a:r>
              <a:rPr lang="en-US"/>
              <a:t> </a:t>
            </a:r>
            <a:r>
              <a:rPr lang="en-US" err="1"/>
              <a:t>claramente</a:t>
            </a:r>
            <a:r>
              <a:rPr lang="en-US"/>
              <a:t> </a:t>
            </a:r>
            <a:r>
              <a:rPr lang="en-US" err="1"/>
              <a:t>definidos</a:t>
            </a:r>
            <a:r>
              <a:rPr lang="en-US"/>
              <a:t> y que </a:t>
            </a:r>
            <a:r>
              <a:rPr lang="en-US" err="1"/>
              <a:t>faciliten</a:t>
            </a:r>
            <a:r>
              <a:rPr lang="en-US"/>
              <a:t> la </a:t>
            </a:r>
            <a:r>
              <a:rPr lang="en-US" err="1"/>
              <a:t>comprensión</a:t>
            </a:r>
            <a:r>
              <a:rPr lang="en-US"/>
              <a:t> y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uso</a:t>
            </a:r>
            <a:r>
              <a:rPr lang="en-US"/>
              <a:t> </a:t>
            </a:r>
            <a:r>
              <a:rPr lang="en-US" err="1"/>
              <a:t>consistente</a:t>
            </a:r>
            <a:r>
              <a:rPr lang="en-US"/>
              <a:t> de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 Esto </a:t>
            </a:r>
            <a:r>
              <a:rPr lang="en-US" err="1"/>
              <a:t>asegura</a:t>
            </a:r>
            <a:r>
              <a:rPr lang="en-US"/>
              <a:t> que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términos</a:t>
            </a:r>
            <a:r>
              <a:rPr lang="en-US"/>
              <a:t> y </a:t>
            </a:r>
            <a:r>
              <a:rPr lang="en-US" err="1"/>
              <a:t>conceptos</a:t>
            </a:r>
            <a:r>
              <a:rPr lang="en-US"/>
              <a:t> </a:t>
            </a:r>
            <a:r>
              <a:rPr lang="en-US" err="1"/>
              <a:t>utilizados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 </a:t>
            </a:r>
            <a:r>
              <a:rPr lang="en-US" err="1"/>
              <a:t>sean</a:t>
            </a:r>
            <a:r>
              <a:rPr lang="en-US"/>
              <a:t> </a:t>
            </a:r>
            <a:r>
              <a:rPr lang="en-US" err="1"/>
              <a:t>interpretados</a:t>
            </a:r>
            <a:r>
              <a:rPr lang="en-US"/>
              <a:t> de la </a:t>
            </a:r>
            <a:r>
              <a:rPr lang="en-US" err="1"/>
              <a:t>misma</a:t>
            </a:r>
            <a:r>
              <a:rPr lang="en-US"/>
              <a:t> </a:t>
            </a:r>
            <a:r>
              <a:rPr lang="en-US" err="1"/>
              <a:t>manera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diferentes</a:t>
            </a:r>
            <a:r>
              <a:rPr lang="en-US"/>
              <a:t> </a:t>
            </a:r>
            <a:r>
              <a:rPr lang="en-US" err="1"/>
              <a:t>usuarios</a:t>
            </a:r>
            <a:r>
              <a:rPr lang="en-US"/>
              <a:t> y </a:t>
            </a:r>
            <a:r>
              <a:rPr lang="en-US" err="1"/>
              <a:t>sistemas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Enlaces a </a:t>
            </a:r>
            <a:r>
              <a:rPr lang="en-US" b="1" err="1"/>
              <a:t>Otros</a:t>
            </a:r>
            <a:r>
              <a:rPr lang="en-US" b="1"/>
              <a:t> Datos:</a:t>
            </a:r>
            <a:r>
              <a:rPr lang="en-US"/>
              <a:t> Los </a:t>
            </a:r>
            <a:r>
              <a:rPr lang="en-US" err="1"/>
              <a:t>datos</a:t>
            </a:r>
            <a:r>
              <a:rPr lang="en-US"/>
              <a:t> </a:t>
            </a:r>
            <a:r>
              <a:rPr lang="en-US" err="1"/>
              <a:t>deben</a:t>
            </a:r>
            <a:r>
              <a:rPr lang="en-US"/>
              <a:t> </a:t>
            </a:r>
            <a:r>
              <a:rPr lang="en-US" err="1"/>
              <a:t>incluir</a:t>
            </a:r>
            <a:r>
              <a:rPr lang="en-US"/>
              <a:t> </a:t>
            </a:r>
            <a:r>
              <a:rPr lang="en-US" err="1"/>
              <a:t>referencias</a:t>
            </a:r>
            <a:r>
              <a:rPr lang="en-US"/>
              <a:t> </a:t>
            </a:r>
            <a:r>
              <a:rPr lang="en-US" err="1"/>
              <a:t>claras</a:t>
            </a:r>
            <a:r>
              <a:rPr lang="en-US"/>
              <a:t> y </a:t>
            </a:r>
            <a:r>
              <a:rPr lang="en-US" err="1"/>
              <a:t>persistentes</a:t>
            </a:r>
            <a:r>
              <a:rPr lang="en-US"/>
              <a:t> a </a:t>
            </a:r>
            <a:r>
              <a:rPr lang="en-US" err="1"/>
              <a:t>otros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 y </a:t>
            </a:r>
            <a:r>
              <a:rPr lang="en-US" err="1"/>
              <a:t>recursos</a:t>
            </a:r>
            <a:r>
              <a:rPr lang="en-US"/>
              <a:t> </a:t>
            </a:r>
            <a:r>
              <a:rPr lang="en-US" err="1"/>
              <a:t>relevantes</a:t>
            </a:r>
            <a:r>
              <a:rPr lang="en-US"/>
              <a:t>. Esto </a:t>
            </a:r>
            <a:r>
              <a:rPr lang="en-US" err="1"/>
              <a:t>permite</a:t>
            </a:r>
            <a:r>
              <a:rPr lang="en-US"/>
              <a:t> la </a:t>
            </a:r>
            <a:r>
              <a:rPr lang="en-US" err="1"/>
              <a:t>conexión</a:t>
            </a:r>
            <a:r>
              <a:rPr lang="en-US"/>
              <a:t> y la </a:t>
            </a:r>
            <a:r>
              <a:rPr lang="en-US" err="1"/>
              <a:t>integración</a:t>
            </a:r>
            <a:r>
              <a:rPr lang="en-US"/>
              <a:t> de </a:t>
            </a:r>
            <a:r>
              <a:rPr lang="en-US" err="1"/>
              <a:t>datos</a:t>
            </a:r>
            <a:r>
              <a:rPr lang="en-US"/>
              <a:t> de </a:t>
            </a:r>
            <a:r>
              <a:rPr lang="en-US" err="1"/>
              <a:t>diferentes</a:t>
            </a:r>
            <a:r>
              <a:rPr lang="en-US"/>
              <a:t> </a:t>
            </a:r>
            <a:r>
              <a:rPr lang="en-US" err="1"/>
              <a:t>fuentes</a:t>
            </a:r>
            <a:r>
              <a:rPr lang="en-US"/>
              <a:t>, </a:t>
            </a:r>
            <a:r>
              <a:rPr lang="en-US" err="1"/>
              <a:t>creando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red de </a:t>
            </a:r>
            <a:r>
              <a:rPr lang="en-US" err="1"/>
              <a:t>información</a:t>
            </a:r>
            <a:r>
              <a:rPr lang="en-US"/>
              <a:t> </a:t>
            </a:r>
            <a:r>
              <a:rPr lang="en-US" err="1"/>
              <a:t>interconectada</a:t>
            </a:r>
            <a:r>
              <a:rPr lang="en-US"/>
              <a:t> que </a:t>
            </a:r>
            <a:r>
              <a:rPr lang="en-US" err="1"/>
              <a:t>puede</a:t>
            </a:r>
            <a:r>
              <a:rPr lang="en-US"/>
              <a:t> ser </a:t>
            </a:r>
            <a:r>
              <a:rPr lang="en-US" err="1"/>
              <a:t>explorada</a:t>
            </a:r>
            <a:r>
              <a:rPr lang="en-US"/>
              <a:t> y </a:t>
            </a:r>
            <a:r>
              <a:rPr lang="en-US" err="1"/>
              <a:t>analizada</a:t>
            </a:r>
            <a:r>
              <a:rPr lang="en-US"/>
              <a:t> de </a:t>
            </a:r>
            <a:r>
              <a:rPr lang="en-US" err="1"/>
              <a:t>manera</a:t>
            </a:r>
            <a:r>
              <a:rPr lang="en-US"/>
              <a:t> </a:t>
            </a:r>
            <a:r>
              <a:rPr lang="en-US" err="1"/>
              <a:t>conjunta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b="1" err="1"/>
              <a:t>Documentación</a:t>
            </a:r>
            <a:r>
              <a:rPr lang="en-US" b="1"/>
              <a:t> y </a:t>
            </a:r>
            <a:r>
              <a:rPr lang="en-US" b="1" err="1"/>
              <a:t>Metadatos</a:t>
            </a:r>
            <a:r>
              <a:rPr lang="en-US" b="1"/>
              <a:t> Ricos:</a:t>
            </a:r>
            <a:r>
              <a:rPr lang="en-US"/>
              <a:t> Los </a:t>
            </a:r>
            <a:r>
              <a:rPr lang="en-US" err="1"/>
              <a:t>metadatos</a:t>
            </a:r>
            <a:r>
              <a:rPr lang="en-US"/>
              <a:t> </a:t>
            </a:r>
            <a:r>
              <a:rPr lang="en-US" err="1"/>
              <a:t>deben</a:t>
            </a:r>
            <a:r>
              <a:rPr lang="en-US"/>
              <a:t> </a:t>
            </a:r>
            <a:r>
              <a:rPr lang="en-US" err="1"/>
              <a:t>proporcionar</a:t>
            </a:r>
            <a:r>
              <a:rPr lang="en-US"/>
              <a:t> </a:t>
            </a:r>
            <a:r>
              <a:rPr lang="en-US" err="1"/>
              <a:t>información</a:t>
            </a:r>
            <a:r>
              <a:rPr lang="en-US"/>
              <a:t> </a:t>
            </a:r>
            <a:r>
              <a:rPr lang="en-US" err="1"/>
              <a:t>suficiente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contexto</a:t>
            </a:r>
            <a:r>
              <a:rPr lang="en-US"/>
              <a:t>, la </a:t>
            </a:r>
            <a:r>
              <a:rPr lang="en-US" err="1"/>
              <a:t>calidad</a:t>
            </a:r>
            <a:r>
              <a:rPr lang="en-US"/>
              <a:t> y las </a:t>
            </a:r>
            <a:r>
              <a:rPr lang="en-US" err="1"/>
              <a:t>condiciones</a:t>
            </a:r>
            <a:r>
              <a:rPr lang="en-US"/>
              <a:t> de </a:t>
            </a:r>
            <a:r>
              <a:rPr lang="en-US" err="1"/>
              <a:t>uso</a:t>
            </a:r>
            <a:r>
              <a:rPr lang="en-US"/>
              <a:t> de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 Esto </a:t>
            </a:r>
            <a:r>
              <a:rPr lang="en-US" err="1"/>
              <a:t>ayuda</a:t>
            </a:r>
            <a:r>
              <a:rPr lang="en-US"/>
              <a:t> a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usuarios</a:t>
            </a:r>
            <a:r>
              <a:rPr lang="en-US"/>
              <a:t> a </a:t>
            </a:r>
            <a:r>
              <a:rPr lang="en-US" err="1"/>
              <a:t>comprender</a:t>
            </a:r>
            <a:r>
              <a:rPr lang="en-US"/>
              <a:t> </a:t>
            </a:r>
            <a:r>
              <a:rPr lang="en-US" err="1"/>
              <a:t>cómo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 </a:t>
            </a:r>
            <a:r>
              <a:rPr lang="en-US" err="1"/>
              <a:t>pueden</a:t>
            </a:r>
            <a:r>
              <a:rPr lang="en-US"/>
              <a:t> ser </a:t>
            </a:r>
            <a:r>
              <a:rPr lang="en-US" err="1"/>
              <a:t>integrados</a:t>
            </a:r>
            <a:r>
              <a:rPr lang="en-US"/>
              <a:t> y </a:t>
            </a:r>
            <a:r>
              <a:rPr lang="en-US" err="1"/>
              <a:t>reutilizados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diferentes</a:t>
            </a:r>
            <a:r>
              <a:rPr lang="en-US"/>
              <a:t> </a:t>
            </a:r>
            <a:r>
              <a:rPr lang="en-US" err="1"/>
              <a:t>contextos</a:t>
            </a:r>
            <a:r>
              <a:rPr lang="en-US"/>
              <a:t>.</a:t>
            </a:r>
          </a:p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DCC67-EF3A-4AF0-AD67-E3A03572A255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2639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</a:t>
            </a:r>
            <a:r>
              <a:rPr lang="en-US" err="1"/>
              <a:t>cuarto</a:t>
            </a:r>
            <a:r>
              <a:rPr lang="en-US"/>
              <a:t> principio de FAIR es "Reusable", que se refiere a la capacidad de los datos para ser reutilizados en futuras investigaciones y aplicaciones. Para que los datos sean reutilizables, deben cumplir ciertos criterios: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Metadatos</a:t>
            </a:r>
            <a:r>
              <a:rPr lang="en-US" b="1" dirty="0"/>
              <a:t> Ricos y </a:t>
            </a:r>
            <a:r>
              <a:rPr lang="en-US" b="1" dirty="0" err="1"/>
              <a:t>Descriptivos</a:t>
            </a:r>
            <a:r>
              <a:rPr lang="en-US" b="1" dirty="0"/>
              <a:t>:</a:t>
            </a:r>
            <a:r>
              <a:rPr lang="en-US" dirty="0"/>
              <a:t> Los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acompañados</a:t>
            </a:r>
            <a:r>
              <a:rPr lang="en-US" dirty="0"/>
              <a:t> de </a:t>
            </a:r>
            <a:r>
              <a:rPr lang="en-US" dirty="0" err="1"/>
              <a:t>metadatos</a:t>
            </a:r>
            <a:r>
              <a:rPr lang="en-US" dirty="0"/>
              <a:t> </a:t>
            </a:r>
            <a:r>
              <a:rPr lang="en-US" dirty="0" err="1"/>
              <a:t>detallados</a:t>
            </a:r>
            <a:r>
              <a:rPr lang="en-US" dirty="0"/>
              <a:t> y </a:t>
            </a:r>
            <a:r>
              <a:rPr lang="en-US" dirty="0" err="1"/>
              <a:t>precisos</a:t>
            </a:r>
            <a:r>
              <a:rPr lang="en-US" dirty="0"/>
              <a:t> que </a:t>
            </a:r>
            <a:r>
              <a:rPr lang="en-US" dirty="0" err="1"/>
              <a:t>describan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contexto</a:t>
            </a:r>
            <a:r>
              <a:rPr lang="en-US" dirty="0"/>
              <a:t>, la </a:t>
            </a:r>
            <a:r>
              <a:rPr lang="en-US" dirty="0" err="1"/>
              <a:t>procedencia</a:t>
            </a:r>
            <a:r>
              <a:rPr lang="en-US" dirty="0"/>
              <a:t>, la </a:t>
            </a:r>
            <a:r>
              <a:rPr lang="en-US" dirty="0" err="1"/>
              <a:t>calidad</a:t>
            </a:r>
            <a:r>
              <a:rPr lang="en-US" dirty="0"/>
              <a:t> y las </a:t>
            </a:r>
            <a:r>
              <a:rPr lang="en-US" dirty="0" err="1"/>
              <a:t>condiciones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 Esto </a:t>
            </a:r>
            <a:r>
              <a:rPr lang="en-US" dirty="0" err="1"/>
              <a:t>proporciona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usuarios</a:t>
            </a:r>
            <a:r>
              <a:rPr lang="en-US" dirty="0"/>
              <a:t> </a:t>
            </a:r>
            <a:r>
              <a:rPr lang="en-US" dirty="0" err="1"/>
              <a:t>toda</a:t>
            </a:r>
            <a:r>
              <a:rPr lang="en-US" dirty="0"/>
              <a:t> la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necesaria</a:t>
            </a:r>
            <a:r>
              <a:rPr lang="en-US" dirty="0"/>
              <a:t> para </a:t>
            </a:r>
            <a:r>
              <a:rPr lang="en-US" dirty="0" err="1"/>
              <a:t>comprender</a:t>
            </a:r>
            <a:r>
              <a:rPr lang="en-US" dirty="0"/>
              <a:t> y </a:t>
            </a:r>
            <a:r>
              <a:rPr lang="en-US" dirty="0" err="1"/>
              <a:t>reutilizar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efectiva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Licencias</a:t>
            </a:r>
            <a:r>
              <a:rPr lang="en-US" b="1" dirty="0"/>
              <a:t> Claras:</a:t>
            </a:r>
            <a:r>
              <a:rPr lang="en-US" dirty="0"/>
              <a:t> Los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sujetos</a:t>
            </a:r>
            <a:r>
              <a:rPr lang="en-US" dirty="0"/>
              <a:t> a </a:t>
            </a:r>
            <a:r>
              <a:rPr lang="en-US" dirty="0" err="1"/>
              <a:t>licencias</a:t>
            </a:r>
            <a:r>
              <a:rPr lang="en-US" dirty="0"/>
              <a:t> </a:t>
            </a:r>
            <a:r>
              <a:rPr lang="en-US" dirty="0" err="1"/>
              <a:t>claras</a:t>
            </a:r>
            <a:r>
              <a:rPr lang="en-US" dirty="0"/>
              <a:t> y </a:t>
            </a:r>
            <a:r>
              <a:rPr lang="en-US" dirty="0" err="1"/>
              <a:t>accesibles</a:t>
            </a:r>
            <a:r>
              <a:rPr lang="en-US" dirty="0"/>
              <a:t> que </a:t>
            </a:r>
            <a:r>
              <a:rPr lang="en-US" dirty="0" err="1"/>
              <a:t>especifiquen</a:t>
            </a:r>
            <a:r>
              <a:rPr lang="en-US" dirty="0"/>
              <a:t> las </a:t>
            </a:r>
            <a:r>
              <a:rPr lang="en-US" dirty="0" err="1"/>
              <a:t>condiciones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Creative Commons o </a:t>
            </a:r>
            <a:r>
              <a:rPr lang="en-US" dirty="0" err="1"/>
              <a:t>licencias</a:t>
            </a:r>
            <a:r>
              <a:rPr lang="en-US" dirty="0"/>
              <a:t> </a:t>
            </a:r>
            <a:r>
              <a:rPr lang="en-US" dirty="0" err="1"/>
              <a:t>específicas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abiertos</a:t>
            </a:r>
            <a:r>
              <a:rPr lang="en-US" dirty="0"/>
              <a:t>. Esto </a:t>
            </a:r>
            <a:r>
              <a:rPr lang="en-US" dirty="0" err="1"/>
              <a:t>asegura</a:t>
            </a:r>
            <a:r>
              <a:rPr lang="en-US" dirty="0"/>
              <a:t> que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usuarios</a:t>
            </a:r>
            <a:r>
              <a:rPr lang="en-US" dirty="0"/>
              <a:t> </a:t>
            </a:r>
            <a:r>
              <a:rPr lang="en-US" dirty="0" err="1"/>
              <a:t>comprendan</a:t>
            </a:r>
            <a:r>
              <a:rPr lang="en-US" dirty="0"/>
              <a:t> sus derechos y </a:t>
            </a:r>
            <a:r>
              <a:rPr lang="en-US" dirty="0" err="1"/>
              <a:t>obligaciones</a:t>
            </a:r>
            <a:r>
              <a:rPr lang="en-US" dirty="0"/>
              <a:t> al </a:t>
            </a:r>
            <a:r>
              <a:rPr lang="en-US" dirty="0" err="1"/>
              <a:t>reutilizar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Conformidad</a:t>
            </a:r>
            <a:r>
              <a:rPr lang="en-US" b="1" dirty="0"/>
              <a:t> con Normas </a:t>
            </a:r>
            <a:r>
              <a:rPr lang="en-US" b="1" dirty="0" err="1"/>
              <a:t>Comunitarias</a:t>
            </a:r>
            <a:r>
              <a:rPr lang="en-US" b="1" dirty="0"/>
              <a:t>:</a:t>
            </a:r>
            <a:r>
              <a:rPr lang="en-US" dirty="0"/>
              <a:t> Los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cumplir</a:t>
            </a:r>
            <a:r>
              <a:rPr lang="en-US" dirty="0"/>
              <a:t> con las </a:t>
            </a:r>
            <a:r>
              <a:rPr lang="en-US" dirty="0" err="1"/>
              <a:t>normas</a:t>
            </a:r>
            <a:r>
              <a:rPr lang="en-US" dirty="0"/>
              <a:t> y </a:t>
            </a:r>
            <a:r>
              <a:rPr lang="en-US" dirty="0" err="1"/>
              <a:t>estándares</a:t>
            </a:r>
            <a:r>
              <a:rPr lang="en-US" dirty="0"/>
              <a:t> </a:t>
            </a:r>
            <a:r>
              <a:rPr lang="en-US" dirty="0" err="1"/>
              <a:t>comunitarios</a:t>
            </a:r>
            <a:r>
              <a:rPr lang="en-US" dirty="0"/>
              <a:t> que </a:t>
            </a:r>
            <a:r>
              <a:rPr lang="en-US" dirty="0" err="1"/>
              <a:t>sean</a:t>
            </a:r>
            <a:r>
              <a:rPr lang="en-US" dirty="0"/>
              <a:t> </a:t>
            </a:r>
            <a:r>
              <a:rPr lang="en-US" dirty="0" err="1"/>
              <a:t>reconocidos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 </a:t>
            </a:r>
            <a:r>
              <a:rPr lang="en-US" dirty="0" err="1"/>
              <a:t>disciplina</a:t>
            </a:r>
            <a:r>
              <a:rPr lang="en-US" dirty="0"/>
              <a:t> </a:t>
            </a:r>
            <a:r>
              <a:rPr lang="en-US" dirty="0" err="1"/>
              <a:t>científica</a:t>
            </a:r>
            <a:r>
              <a:rPr lang="en-US" dirty="0"/>
              <a:t> </a:t>
            </a:r>
            <a:r>
              <a:rPr lang="en-US" dirty="0" err="1"/>
              <a:t>correspondiente</a:t>
            </a:r>
            <a:r>
              <a:rPr lang="en-US" dirty="0"/>
              <a:t>. Esto </a:t>
            </a:r>
            <a:r>
              <a:rPr lang="en-US" dirty="0" err="1"/>
              <a:t>facilita</a:t>
            </a:r>
            <a:r>
              <a:rPr lang="en-US" dirty="0"/>
              <a:t> la </a:t>
            </a:r>
            <a:r>
              <a:rPr lang="en-US" dirty="0" err="1"/>
              <a:t>interoperabilidad</a:t>
            </a:r>
            <a:r>
              <a:rPr lang="en-US" dirty="0"/>
              <a:t> y la </a:t>
            </a:r>
            <a:r>
              <a:rPr lang="en-US" dirty="0" err="1"/>
              <a:t>reutilización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de la </a:t>
            </a:r>
            <a:r>
              <a:rPr lang="en-US" dirty="0" err="1"/>
              <a:t>comunidad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Calidad y </a:t>
            </a:r>
            <a:r>
              <a:rPr lang="en-US" b="1" dirty="0" err="1"/>
              <a:t>Procedencia</a:t>
            </a:r>
            <a:r>
              <a:rPr lang="en-US" b="1" dirty="0"/>
              <a:t> </a:t>
            </a:r>
            <a:r>
              <a:rPr lang="en-US" b="1" dirty="0" err="1"/>
              <a:t>Documentada</a:t>
            </a:r>
            <a:r>
              <a:rPr lang="en-US" b="1" dirty="0"/>
              <a:t>:</a:t>
            </a:r>
            <a:r>
              <a:rPr lang="en-US" dirty="0"/>
              <a:t> Los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incluir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calidad</a:t>
            </a:r>
            <a:r>
              <a:rPr lang="en-US" dirty="0"/>
              <a:t> y </a:t>
            </a:r>
            <a:r>
              <a:rPr lang="en-US" dirty="0" err="1"/>
              <a:t>procedencia</a:t>
            </a:r>
            <a:r>
              <a:rPr lang="en-US" dirty="0"/>
              <a:t>, lo que </a:t>
            </a:r>
            <a:r>
              <a:rPr lang="en-US" dirty="0" err="1"/>
              <a:t>permite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usuarios</a:t>
            </a:r>
            <a:r>
              <a:rPr lang="en-US" dirty="0"/>
              <a:t> </a:t>
            </a:r>
            <a:r>
              <a:rPr lang="en-US" dirty="0" err="1"/>
              <a:t>evaluar</a:t>
            </a:r>
            <a:r>
              <a:rPr lang="en-US" dirty="0"/>
              <a:t> la </a:t>
            </a:r>
            <a:r>
              <a:rPr lang="en-US" dirty="0" err="1"/>
              <a:t>fiabilidad</a:t>
            </a:r>
            <a:r>
              <a:rPr lang="en-US" dirty="0"/>
              <a:t> y la </a:t>
            </a:r>
            <a:r>
              <a:rPr lang="en-US" dirty="0" err="1"/>
              <a:t>adecuación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para sus </a:t>
            </a:r>
            <a:r>
              <a:rPr lang="en-US" dirty="0" err="1"/>
              <a:t>propios</a:t>
            </a:r>
            <a:r>
              <a:rPr lang="en-US" dirty="0"/>
              <a:t> </a:t>
            </a:r>
            <a:r>
              <a:rPr lang="en-US" dirty="0" err="1"/>
              <a:t>propósitos</a:t>
            </a:r>
            <a:r>
              <a:rPr lang="en-US" dirty="0"/>
              <a:t>. La </a:t>
            </a:r>
            <a:r>
              <a:rPr lang="en-US" dirty="0" err="1"/>
              <a:t>transparencia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procedencia</a:t>
            </a:r>
            <a:r>
              <a:rPr lang="en-US" dirty="0"/>
              <a:t> y la </a:t>
            </a:r>
            <a:r>
              <a:rPr lang="en-US" dirty="0" err="1"/>
              <a:t>calidad</a:t>
            </a:r>
            <a:r>
              <a:rPr lang="en-US" dirty="0"/>
              <a:t> </a:t>
            </a:r>
            <a:r>
              <a:rPr lang="en-US" dirty="0" err="1"/>
              <a:t>aumenta</a:t>
            </a:r>
            <a:r>
              <a:rPr lang="en-US" dirty="0"/>
              <a:t> la </a:t>
            </a:r>
            <a:r>
              <a:rPr lang="en-US" dirty="0" err="1"/>
              <a:t>confianza</a:t>
            </a:r>
            <a:r>
              <a:rPr lang="en-US" dirty="0"/>
              <a:t> y la </a:t>
            </a:r>
            <a:r>
              <a:rPr lang="en-US" dirty="0" err="1"/>
              <a:t>utilidad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DCC67-EF3A-4AF0-AD67-E3A03572A255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6885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b="1" err="1"/>
              <a:t>Definición</a:t>
            </a:r>
            <a:r>
              <a:rPr lang="en-US" b="1"/>
              <a:t> de </a:t>
            </a:r>
            <a:r>
              <a:rPr lang="en-US" b="1" err="1"/>
              <a:t>Sesgo</a:t>
            </a:r>
            <a:r>
              <a:rPr lang="en-US" b="1"/>
              <a:t> (Bias)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Un error </a:t>
            </a:r>
            <a:r>
              <a:rPr lang="en-US" err="1"/>
              <a:t>sistemático</a:t>
            </a:r>
            <a:r>
              <a:rPr lang="en-US"/>
              <a:t> en muestreos o ensayos, donde se seleccionan unas respuestas frente a otras.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En IA, </a:t>
            </a:r>
            <a:r>
              <a:rPr lang="en-US" err="1"/>
              <a:t>ocurre</a:t>
            </a:r>
            <a:r>
              <a:rPr lang="en-US"/>
              <a:t> cuando un algoritmo genera resultados con prejuicios sistémicos debido a suposiciones erróneas en el entrenamiento.</a:t>
            </a:r>
          </a:p>
          <a:p>
            <a:pPr marL="171450" indent="-171450">
              <a:buFont typeface="Arial"/>
              <a:buChar char="•"/>
            </a:pPr>
            <a:r>
              <a:rPr lang="en-US" b="1"/>
              <a:t>Causas de </a:t>
            </a:r>
            <a:r>
              <a:rPr lang="en-US" b="1" err="1"/>
              <a:t>Sesgo</a:t>
            </a:r>
            <a:r>
              <a:rPr lang="en-US" b="1"/>
              <a:t> en Machine Learning (ML)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b="1" err="1"/>
              <a:t>Desbalance</a:t>
            </a:r>
            <a:r>
              <a:rPr lang="en-US" b="1"/>
              <a:t> de </a:t>
            </a:r>
            <a:r>
              <a:rPr lang="en-US" b="1" err="1"/>
              <a:t>datos</a:t>
            </a:r>
            <a:r>
              <a:rPr lang="en-US" b="1"/>
              <a:t>: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/>
              <a:t>Todos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grupos</a:t>
            </a:r>
            <a:r>
              <a:rPr lang="en-US" dirty="0"/>
              <a:t> no </a:t>
            </a:r>
            <a:r>
              <a:rPr lang="en-US" dirty="0" err="1"/>
              <a:t>están</a:t>
            </a:r>
            <a:r>
              <a:rPr lang="en-US" dirty="0"/>
              <a:t> </a:t>
            </a:r>
            <a:r>
              <a:rPr lang="en-US" dirty="0" err="1"/>
              <a:t>representados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conjunto de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Ejemplo</a:t>
            </a:r>
            <a:r>
              <a:rPr lang="en-US" dirty="0"/>
              <a:t>: </a:t>
            </a:r>
            <a:r>
              <a:rPr lang="en-US" dirty="0" err="1"/>
              <a:t>Modelo</a:t>
            </a:r>
            <a:r>
              <a:rPr lang="en-US" dirty="0"/>
              <a:t> scoring con 73% no default vs. 3% default.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/>
              <a:t>Nota: No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desbalanceados</a:t>
            </a:r>
            <a:r>
              <a:rPr lang="en-US" dirty="0"/>
              <a:t> </a:t>
            </a:r>
            <a:r>
              <a:rPr lang="en-US" dirty="0" err="1"/>
              <a:t>producen</a:t>
            </a:r>
            <a:r>
              <a:rPr lang="en-US" dirty="0"/>
              <a:t> </a:t>
            </a:r>
            <a:r>
              <a:rPr lang="en-US" dirty="0" err="1"/>
              <a:t>sesgos</a:t>
            </a:r>
            <a:r>
              <a:rPr lang="en-US" dirty="0"/>
              <a:t> </a:t>
            </a:r>
            <a:r>
              <a:rPr lang="en-US" dirty="0" err="1"/>
              <a:t>algorítmicos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b="1" dirty="0" err="1"/>
              <a:t>Perpetuación</a:t>
            </a:r>
            <a:r>
              <a:rPr lang="en-US" b="1" dirty="0"/>
              <a:t> de </a:t>
            </a:r>
            <a:r>
              <a:rPr lang="en-US" b="1" dirty="0" err="1"/>
              <a:t>patrones</a:t>
            </a:r>
            <a:r>
              <a:rPr lang="en-US" b="1" dirty="0"/>
              <a:t>: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Preexistencia</a:t>
            </a:r>
            <a:r>
              <a:rPr lang="en-US" dirty="0"/>
              <a:t> de </a:t>
            </a:r>
            <a:r>
              <a:rPr lang="en-US" dirty="0" err="1"/>
              <a:t>patrones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que </a:t>
            </a:r>
            <a:r>
              <a:rPr lang="en-US" dirty="0" err="1"/>
              <a:t>condicionan</a:t>
            </a:r>
            <a:r>
              <a:rPr lang="en-US" dirty="0"/>
              <a:t> la </a:t>
            </a:r>
            <a:r>
              <a:rPr lang="en-US" dirty="0" err="1"/>
              <a:t>respuesta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b="1" dirty="0" err="1"/>
              <a:t>Correlación</a:t>
            </a:r>
            <a:r>
              <a:rPr lang="en-US" b="1" dirty="0"/>
              <a:t> de </a:t>
            </a:r>
            <a:r>
              <a:rPr lang="en-US" b="1" dirty="0" err="1"/>
              <a:t>información</a:t>
            </a:r>
            <a:r>
              <a:rPr lang="en-US" b="1" dirty="0"/>
              <a:t>: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/>
              <a:t>La </a:t>
            </a:r>
            <a:r>
              <a:rPr lang="en-US" dirty="0" err="1"/>
              <a:t>colinealidad</a:t>
            </a:r>
            <a:r>
              <a:rPr lang="en-US" dirty="0"/>
              <a:t> entre </a:t>
            </a:r>
            <a:r>
              <a:rPr lang="en-US" dirty="0" err="1"/>
              <a:t>predictores</a:t>
            </a:r>
            <a:r>
              <a:rPr lang="en-US" dirty="0"/>
              <a:t> </a:t>
            </a:r>
            <a:r>
              <a:rPr lang="en-US" dirty="0" err="1"/>
              <a:t>afecta</a:t>
            </a:r>
            <a:r>
              <a:rPr lang="en-US" dirty="0"/>
              <a:t> la </a:t>
            </a:r>
            <a:r>
              <a:rPr lang="en-US" dirty="0" err="1"/>
              <a:t>robustez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b="1" dirty="0" err="1"/>
              <a:t>Omisión</a:t>
            </a:r>
            <a:r>
              <a:rPr lang="en-US" b="1" dirty="0"/>
              <a:t> de </a:t>
            </a:r>
            <a:r>
              <a:rPr lang="en-US" b="1" dirty="0" err="1"/>
              <a:t>datos</a:t>
            </a:r>
            <a:r>
              <a:rPr lang="en-US" b="1" dirty="0"/>
              <a:t>: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Muestras</a:t>
            </a:r>
            <a:r>
              <a:rPr lang="en-US" dirty="0"/>
              <a:t> no </a:t>
            </a:r>
            <a:r>
              <a:rPr lang="en-US" dirty="0" err="1"/>
              <a:t>aleatorias</a:t>
            </a:r>
            <a:r>
              <a:rPr lang="en-US" dirty="0"/>
              <a:t> o </a:t>
            </a:r>
            <a:r>
              <a:rPr lang="en-US" dirty="0" err="1"/>
              <a:t>inducción</a:t>
            </a:r>
            <a:r>
              <a:rPr lang="en-US" dirty="0"/>
              <a:t> </a:t>
            </a:r>
            <a:r>
              <a:rPr lang="en-US" dirty="0" err="1"/>
              <a:t>directa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conjunto de </a:t>
            </a:r>
            <a:r>
              <a:rPr lang="en-US" dirty="0" err="1"/>
              <a:t>entrenamiento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b="1" dirty="0"/>
              <a:t>Compensación manual de </a:t>
            </a:r>
            <a:r>
              <a:rPr lang="en-US" b="1" dirty="0" err="1"/>
              <a:t>sesgo</a:t>
            </a:r>
            <a:r>
              <a:rPr lang="en-US" b="1" dirty="0"/>
              <a:t>: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Metodologías</a:t>
            </a:r>
            <a:r>
              <a:rPr lang="en-US" dirty="0"/>
              <a:t> que </a:t>
            </a:r>
            <a:r>
              <a:rPr lang="en-US" dirty="0" err="1"/>
              <a:t>intentan</a:t>
            </a:r>
            <a:r>
              <a:rPr lang="en-US" dirty="0"/>
              <a:t> </a:t>
            </a:r>
            <a:r>
              <a:rPr lang="en-US" dirty="0" err="1"/>
              <a:t>balancear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sesgos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situación</a:t>
            </a:r>
            <a:r>
              <a:rPr lang="en-US" dirty="0"/>
              <a:t> real.</a:t>
            </a:r>
          </a:p>
          <a:p>
            <a:pPr marL="628650" lvl="1" indent="-171450">
              <a:buFont typeface="Arial"/>
              <a:buChar char="•"/>
            </a:pPr>
            <a:r>
              <a:rPr lang="en-US" b="1" dirty="0" err="1"/>
              <a:t>Mitigación</a:t>
            </a:r>
            <a:r>
              <a:rPr lang="en-US" b="1" dirty="0"/>
              <a:t> del </a:t>
            </a:r>
            <a:r>
              <a:rPr lang="en-US" b="1" dirty="0" err="1"/>
              <a:t>Sesgo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ML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 err="1"/>
              <a:t>Recolección</a:t>
            </a:r>
            <a:r>
              <a:rPr lang="en-US" b="1" dirty="0"/>
              <a:t> y </a:t>
            </a:r>
            <a:r>
              <a:rPr lang="en-US" b="1" dirty="0" err="1"/>
              <a:t>Curación</a:t>
            </a:r>
            <a:r>
              <a:rPr lang="en-US" b="1" dirty="0"/>
              <a:t> de Datos:</a:t>
            </a:r>
            <a:endParaRPr lang="en-US" dirty="0"/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Recopilar</a:t>
            </a:r>
            <a:r>
              <a:rPr lang="en-US" dirty="0"/>
              <a:t> y </a:t>
            </a:r>
            <a:r>
              <a:rPr lang="en-US" dirty="0" err="1"/>
              <a:t>curar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calidad</a:t>
            </a:r>
            <a:r>
              <a:rPr lang="en-US" dirty="0"/>
              <a:t>, </a:t>
            </a:r>
            <a:r>
              <a:rPr lang="en-US" dirty="0" err="1"/>
              <a:t>diversos</a:t>
            </a:r>
            <a:r>
              <a:rPr lang="en-US" dirty="0"/>
              <a:t> y </a:t>
            </a:r>
            <a:r>
              <a:rPr lang="en-US" dirty="0" err="1"/>
              <a:t>representativos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b="1" dirty="0" err="1"/>
              <a:t>Preprocesamiento</a:t>
            </a:r>
            <a:r>
              <a:rPr lang="en-US" b="1" dirty="0"/>
              <a:t> de Datos: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/>
              <a:t>Eliminar </a:t>
            </a:r>
            <a:r>
              <a:rPr lang="en-US" dirty="0" err="1"/>
              <a:t>ruido</a:t>
            </a:r>
            <a:r>
              <a:rPr lang="en-US" dirty="0"/>
              <a:t>,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atípicos</a:t>
            </a:r>
            <a:r>
              <a:rPr lang="en-US" dirty="0"/>
              <a:t> y </a:t>
            </a:r>
            <a:r>
              <a:rPr lang="en-US" dirty="0" err="1"/>
              <a:t>sesgos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b="1" dirty="0" err="1"/>
              <a:t>Diseño</a:t>
            </a:r>
            <a:r>
              <a:rPr lang="en-US" b="1" dirty="0"/>
              <a:t> </a:t>
            </a:r>
            <a:r>
              <a:rPr lang="en-US" b="1" dirty="0" err="1"/>
              <a:t>Algorítmico</a:t>
            </a:r>
            <a:r>
              <a:rPr lang="en-US" b="1" dirty="0"/>
              <a:t>: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Diseñar</a:t>
            </a:r>
            <a:r>
              <a:rPr lang="en-US" dirty="0"/>
              <a:t> </a:t>
            </a:r>
            <a:r>
              <a:rPr lang="en-US" dirty="0" err="1"/>
              <a:t>algoritmos</a:t>
            </a:r>
            <a:r>
              <a:rPr lang="en-US" dirty="0"/>
              <a:t> </a:t>
            </a:r>
            <a:r>
              <a:rPr lang="en-US" dirty="0" err="1"/>
              <a:t>justos</a:t>
            </a:r>
            <a:r>
              <a:rPr lang="en-US" dirty="0"/>
              <a:t>, </a:t>
            </a:r>
            <a:r>
              <a:rPr lang="en-US" dirty="0" err="1"/>
              <a:t>transparentes</a:t>
            </a:r>
            <a:r>
              <a:rPr lang="en-US" dirty="0"/>
              <a:t> y </a:t>
            </a:r>
            <a:r>
              <a:rPr lang="en-US" dirty="0" err="1"/>
              <a:t>explicables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b="1" dirty="0" err="1"/>
              <a:t>Evaluación</a:t>
            </a:r>
            <a:r>
              <a:rPr lang="en-US" b="1" dirty="0"/>
              <a:t> del </a:t>
            </a:r>
            <a:r>
              <a:rPr lang="en-US" b="1" dirty="0" err="1"/>
              <a:t>Modelo</a:t>
            </a:r>
            <a:r>
              <a:rPr lang="en-US" b="1" dirty="0"/>
              <a:t>: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Evaluar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con </a:t>
            </a:r>
            <a:r>
              <a:rPr lang="en-US" dirty="0" err="1"/>
              <a:t>métricas</a:t>
            </a:r>
            <a:r>
              <a:rPr lang="en-US" dirty="0"/>
              <a:t> de </a:t>
            </a:r>
            <a:r>
              <a:rPr lang="en-US" dirty="0" err="1"/>
              <a:t>equidad</a:t>
            </a:r>
            <a:r>
              <a:rPr lang="en-US" dirty="0"/>
              <a:t> y conjuntos de </a:t>
            </a:r>
            <a:r>
              <a:rPr lang="en-US" dirty="0" err="1"/>
              <a:t>prueba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b="1" dirty="0" err="1"/>
              <a:t>Supervisión</a:t>
            </a:r>
            <a:r>
              <a:rPr lang="en-US" b="1" dirty="0"/>
              <a:t> Humana: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Implementar</a:t>
            </a:r>
            <a:r>
              <a:rPr lang="en-US" dirty="0"/>
              <a:t> </a:t>
            </a:r>
            <a:r>
              <a:rPr lang="en-US" dirty="0" err="1"/>
              <a:t>supervisión</a:t>
            </a:r>
            <a:r>
              <a:rPr lang="en-US" dirty="0"/>
              <a:t> y </a:t>
            </a:r>
            <a:r>
              <a:rPr lang="en-US" dirty="0" err="1"/>
              <a:t>auditoría</a:t>
            </a:r>
            <a:r>
              <a:rPr lang="en-US" dirty="0"/>
              <a:t> </a:t>
            </a:r>
            <a:r>
              <a:rPr lang="en-US" dirty="0" err="1"/>
              <a:t>humana</a:t>
            </a:r>
            <a:r>
              <a:rPr lang="en-US" dirty="0"/>
              <a:t> para </a:t>
            </a:r>
            <a:r>
              <a:rPr lang="en-US" dirty="0" err="1"/>
              <a:t>detectar</a:t>
            </a:r>
            <a:r>
              <a:rPr lang="en-US" dirty="0"/>
              <a:t> y </a:t>
            </a:r>
            <a:r>
              <a:rPr lang="en-US" dirty="0" err="1"/>
              <a:t>corregir</a:t>
            </a:r>
            <a:r>
              <a:rPr lang="en-US" dirty="0"/>
              <a:t> </a:t>
            </a:r>
            <a:r>
              <a:rPr lang="en-US" dirty="0" err="1"/>
              <a:t>sesgos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b="1" dirty="0" err="1"/>
              <a:t>Monitoreo</a:t>
            </a:r>
            <a:r>
              <a:rPr lang="en-US" b="1" dirty="0"/>
              <a:t> Continuo: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Monitorear</a:t>
            </a:r>
            <a:r>
              <a:rPr lang="en-US" dirty="0"/>
              <a:t> y </a:t>
            </a:r>
            <a:r>
              <a:rPr lang="en-US" dirty="0" err="1"/>
              <a:t>actualizar</a:t>
            </a:r>
            <a:r>
              <a:rPr lang="en-US" dirty="0"/>
              <a:t> </a:t>
            </a:r>
            <a:r>
              <a:rPr lang="en-US" dirty="0" err="1"/>
              <a:t>continuamente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para </a:t>
            </a:r>
            <a:r>
              <a:rPr lang="en-US" dirty="0" err="1"/>
              <a:t>asegurar</a:t>
            </a:r>
            <a:r>
              <a:rPr lang="en-US" dirty="0"/>
              <a:t> </a:t>
            </a:r>
            <a:r>
              <a:rPr lang="en-US" dirty="0" err="1"/>
              <a:t>equidad</a:t>
            </a:r>
            <a:r>
              <a:rPr lang="en-US" dirty="0"/>
              <a:t> y </a:t>
            </a:r>
            <a:r>
              <a:rPr lang="en-US" dirty="0" err="1"/>
              <a:t>precisión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DCC67-EF3A-4AF0-AD67-E3A03572A255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915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PROBAST, que </a:t>
            </a:r>
            <a:r>
              <a:rPr lang="en-US" dirty="0" err="1"/>
              <a:t>significa</a:t>
            </a:r>
            <a:r>
              <a:rPr lang="en-US" dirty="0"/>
              <a:t> "Prediction model Risk Of Bias </a:t>
            </a:r>
            <a:r>
              <a:rPr lang="en-US" dirty="0" err="1"/>
              <a:t>ASsessment</a:t>
            </a:r>
            <a:r>
              <a:rPr lang="en-US" dirty="0"/>
              <a:t> Tool",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herramienta</a:t>
            </a:r>
            <a:r>
              <a:rPr lang="en-US" dirty="0"/>
              <a:t> </a:t>
            </a:r>
            <a:r>
              <a:rPr lang="en-US" dirty="0" err="1"/>
              <a:t>diseñada</a:t>
            </a:r>
            <a:r>
              <a:rPr lang="en-US" dirty="0"/>
              <a:t> para </a:t>
            </a:r>
            <a:r>
              <a:rPr lang="en-US" dirty="0" err="1"/>
              <a:t>evaluar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riesgo</a:t>
            </a:r>
            <a:r>
              <a:rPr lang="en-US" dirty="0"/>
              <a:t> de </a:t>
            </a:r>
            <a:r>
              <a:rPr lang="en-US" dirty="0" err="1"/>
              <a:t>sesgo</a:t>
            </a:r>
            <a:r>
              <a:rPr lang="en-US" dirty="0"/>
              <a:t> y la </a:t>
            </a:r>
            <a:r>
              <a:rPr lang="en-US" dirty="0" err="1"/>
              <a:t>aplicabilidad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estudios</a:t>
            </a:r>
            <a:r>
              <a:rPr lang="en-US" dirty="0"/>
              <a:t> que </a:t>
            </a:r>
            <a:r>
              <a:rPr lang="en-US" dirty="0" err="1"/>
              <a:t>desarrollan</a:t>
            </a:r>
            <a:r>
              <a:rPr lang="en-US" dirty="0"/>
              <a:t>, </a:t>
            </a:r>
            <a:r>
              <a:rPr lang="en-US" dirty="0" err="1"/>
              <a:t>validan</a:t>
            </a:r>
            <a:r>
              <a:rPr lang="en-US" dirty="0"/>
              <a:t> o </a:t>
            </a:r>
            <a:r>
              <a:rPr lang="en-US" dirty="0" err="1"/>
              <a:t>actualizan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predicción</a:t>
            </a:r>
            <a:r>
              <a:rPr lang="en-US" dirty="0"/>
              <a:t>. Su </a:t>
            </a:r>
            <a:r>
              <a:rPr lang="en-US" dirty="0" err="1"/>
              <a:t>objetivo</a:t>
            </a:r>
            <a:r>
              <a:rPr lang="en-US" dirty="0"/>
              <a:t> principal es </a:t>
            </a:r>
            <a:r>
              <a:rPr lang="en-US" dirty="0" err="1"/>
              <a:t>asegurar</a:t>
            </a:r>
            <a:r>
              <a:rPr lang="en-US" dirty="0"/>
              <a:t> que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predicción</a:t>
            </a:r>
            <a:r>
              <a:rPr lang="en-US" dirty="0"/>
              <a:t> </a:t>
            </a:r>
            <a:r>
              <a:rPr lang="en-US" dirty="0" err="1"/>
              <a:t>sean</a:t>
            </a:r>
            <a:r>
              <a:rPr lang="en-US" dirty="0"/>
              <a:t> </a:t>
            </a:r>
            <a:r>
              <a:rPr lang="en-US" dirty="0" err="1"/>
              <a:t>fiables</a:t>
            </a:r>
            <a:r>
              <a:rPr lang="en-US" dirty="0"/>
              <a:t> y </a:t>
            </a:r>
            <a:r>
              <a:rPr lang="en-US" dirty="0" err="1"/>
              <a:t>válidos</a:t>
            </a:r>
            <a:r>
              <a:rPr lang="en-US" dirty="0"/>
              <a:t> para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diversas</a:t>
            </a:r>
            <a:r>
              <a:rPr lang="en-US" dirty="0"/>
              <a:t> </a:t>
            </a:r>
            <a:r>
              <a:rPr lang="en-US" dirty="0" err="1"/>
              <a:t>aplicaciones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El </a:t>
            </a:r>
            <a:r>
              <a:rPr lang="en-US" dirty="0" err="1"/>
              <a:t>uso</a:t>
            </a:r>
            <a:r>
              <a:rPr lang="en-US" dirty="0"/>
              <a:t> de PROBAST es crucial para </a:t>
            </a:r>
            <a:r>
              <a:rPr lang="en-US" dirty="0" err="1"/>
              <a:t>investigadores</a:t>
            </a:r>
            <a:r>
              <a:rPr lang="en-US" dirty="0"/>
              <a:t> y </a:t>
            </a:r>
            <a:r>
              <a:rPr lang="en-US" dirty="0" err="1"/>
              <a:t>profesionales</a:t>
            </a:r>
            <a:r>
              <a:rPr lang="en-US" dirty="0"/>
              <a:t> de la </a:t>
            </a:r>
            <a:r>
              <a:rPr lang="en-US" dirty="0" err="1"/>
              <a:t>salud</a:t>
            </a:r>
            <a:r>
              <a:rPr lang="en-US" dirty="0"/>
              <a:t>, </a:t>
            </a:r>
            <a:r>
              <a:rPr lang="en-US" dirty="0" err="1"/>
              <a:t>ya</a:t>
            </a:r>
            <a:r>
              <a:rPr lang="en-US" dirty="0"/>
              <a:t> que </a:t>
            </a:r>
            <a:r>
              <a:rPr lang="en-US" dirty="0" err="1"/>
              <a:t>proporciona</a:t>
            </a:r>
            <a:r>
              <a:rPr lang="en-US" dirty="0"/>
              <a:t> un </a:t>
            </a:r>
            <a:r>
              <a:rPr lang="en-US" dirty="0" err="1"/>
              <a:t>marco</a:t>
            </a:r>
            <a:r>
              <a:rPr lang="en-US" dirty="0"/>
              <a:t> </a:t>
            </a:r>
            <a:r>
              <a:rPr lang="en-US" dirty="0" err="1"/>
              <a:t>estandarizado</a:t>
            </a:r>
            <a:r>
              <a:rPr lang="en-US" dirty="0"/>
              <a:t> para </a:t>
            </a:r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posibles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estudios</a:t>
            </a:r>
            <a:r>
              <a:rPr lang="en-US" dirty="0"/>
              <a:t> de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predicción</a:t>
            </a:r>
            <a:r>
              <a:rPr lang="en-US" dirty="0"/>
              <a:t>. Esto </a:t>
            </a:r>
            <a:r>
              <a:rPr lang="en-US" dirty="0" err="1"/>
              <a:t>incluye</a:t>
            </a:r>
            <a:r>
              <a:rPr lang="en-US" dirty="0"/>
              <a:t> la </a:t>
            </a:r>
            <a:r>
              <a:rPr lang="en-US" dirty="0" err="1"/>
              <a:t>evaluación</a:t>
            </a:r>
            <a:r>
              <a:rPr lang="en-US" dirty="0"/>
              <a:t> de la </a:t>
            </a:r>
            <a:r>
              <a:rPr lang="en-US" dirty="0" err="1"/>
              <a:t>metodología</a:t>
            </a:r>
            <a:r>
              <a:rPr lang="en-US" dirty="0"/>
              <a:t> </a:t>
            </a:r>
            <a:r>
              <a:rPr lang="en-US" dirty="0" err="1"/>
              <a:t>utilizada</a:t>
            </a:r>
            <a:r>
              <a:rPr lang="en-US" dirty="0"/>
              <a:t>, la </a:t>
            </a:r>
            <a:r>
              <a:rPr lang="en-US" dirty="0" err="1"/>
              <a:t>calidad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, y la forma </a:t>
            </a:r>
            <a:r>
              <a:rPr lang="en-US" dirty="0" err="1"/>
              <a:t>en</a:t>
            </a:r>
            <a:r>
              <a:rPr lang="en-US" dirty="0"/>
              <a:t> que se </a:t>
            </a:r>
            <a:r>
              <a:rPr lang="en-US" dirty="0" err="1"/>
              <a:t>presentan</a:t>
            </a:r>
            <a:r>
              <a:rPr lang="en-US" dirty="0"/>
              <a:t> y </a:t>
            </a:r>
            <a:r>
              <a:rPr lang="en-US" dirty="0" err="1"/>
              <a:t>analizan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PROBAST es </a:t>
            </a:r>
            <a:r>
              <a:rPr lang="en-US" dirty="0" err="1"/>
              <a:t>ampliamente</a:t>
            </a:r>
            <a:r>
              <a:rPr lang="en-US" dirty="0"/>
              <a:t> </a:t>
            </a:r>
            <a:r>
              <a:rPr lang="en-US" dirty="0" err="1"/>
              <a:t>reconocido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enfoque</a:t>
            </a:r>
            <a:r>
              <a:rPr lang="en-US" dirty="0"/>
              <a:t> </a:t>
            </a:r>
            <a:r>
              <a:rPr lang="en-US" dirty="0" err="1"/>
              <a:t>sistemático</a:t>
            </a:r>
            <a:r>
              <a:rPr lang="en-US" dirty="0"/>
              <a:t> y </a:t>
            </a:r>
            <a:r>
              <a:rPr lang="en-US" dirty="0" err="1"/>
              <a:t>riguroso</a:t>
            </a:r>
            <a:r>
              <a:rPr lang="en-US" dirty="0"/>
              <a:t>, y ha </a:t>
            </a:r>
            <a:r>
              <a:rPr lang="en-US" dirty="0" err="1"/>
              <a:t>sido</a:t>
            </a:r>
            <a:r>
              <a:rPr lang="en-US" dirty="0"/>
              <a:t> </a:t>
            </a:r>
            <a:r>
              <a:rPr lang="en-US" dirty="0" err="1"/>
              <a:t>adoptado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diversas</a:t>
            </a:r>
            <a:r>
              <a:rPr lang="en-US" dirty="0"/>
              <a:t> </a:t>
            </a:r>
            <a:r>
              <a:rPr lang="en-US" dirty="0" err="1"/>
              <a:t>organizaciones</a:t>
            </a:r>
            <a:r>
              <a:rPr lang="en-US" dirty="0"/>
              <a:t> y </a:t>
            </a:r>
            <a:r>
              <a:rPr lang="en-US" dirty="0" err="1"/>
              <a:t>revistas</a:t>
            </a:r>
            <a:r>
              <a:rPr lang="en-US" dirty="0"/>
              <a:t> </a:t>
            </a:r>
            <a:r>
              <a:rPr lang="en-US" dirty="0" err="1"/>
              <a:t>científicas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referencia</a:t>
            </a:r>
            <a:r>
              <a:rPr lang="en-US" dirty="0"/>
              <a:t> clave para la </a:t>
            </a:r>
            <a:r>
              <a:rPr lang="en-US" dirty="0" err="1"/>
              <a:t>evaluación</a:t>
            </a:r>
            <a:r>
              <a:rPr lang="en-US" dirty="0"/>
              <a:t> de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predicción</a:t>
            </a:r>
            <a:r>
              <a:rPr lang="en-US" dirty="0"/>
              <a:t>. Al </a:t>
            </a:r>
            <a:r>
              <a:rPr lang="en-US" dirty="0" err="1"/>
              <a:t>aplicar</a:t>
            </a:r>
            <a:r>
              <a:rPr lang="en-US" dirty="0"/>
              <a:t> PROBAST,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usuarios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garantizar</a:t>
            </a:r>
            <a:r>
              <a:rPr lang="en-US" dirty="0"/>
              <a:t> que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predicción</a:t>
            </a:r>
            <a:r>
              <a:rPr lang="en-US" dirty="0"/>
              <a:t> </a:t>
            </a:r>
            <a:r>
              <a:rPr lang="en-US" dirty="0" err="1"/>
              <a:t>cumplen</a:t>
            </a:r>
            <a:r>
              <a:rPr lang="en-US" dirty="0"/>
              <a:t> con altos </a:t>
            </a:r>
            <a:r>
              <a:rPr lang="en-US" dirty="0" err="1"/>
              <a:t>estándares</a:t>
            </a:r>
            <a:r>
              <a:rPr lang="en-US" dirty="0"/>
              <a:t> de </a:t>
            </a:r>
            <a:r>
              <a:rPr lang="en-US" dirty="0" err="1"/>
              <a:t>calidad</a:t>
            </a:r>
            <a:r>
              <a:rPr lang="en-US" dirty="0"/>
              <a:t> y son </a:t>
            </a:r>
            <a:r>
              <a:rPr lang="en-US" dirty="0" err="1"/>
              <a:t>aplicables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contextos</a:t>
            </a:r>
            <a:r>
              <a:rPr lang="en-US" dirty="0"/>
              <a:t> </a:t>
            </a:r>
            <a:r>
              <a:rPr lang="en-US" dirty="0" err="1"/>
              <a:t>clínicos</a:t>
            </a:r>
            <a:r>
              <a:rPr lang="en-US" dirty="0"/>
              <a:t> y de </a:t>
            </a:r>
            <a:r>
              <a:rPr lang="en-US" dirty="0" err="1"/>
              <a:t>investigación</a:t>
            </a:r>
            <a:r>
              <a:rPr lang="en-US" dirty="0"/>
              <a:t>.</a:t>
            </a:r>
          </a:p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DCC67-EF3A-4AF0-AD67-E3A03572A255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8621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https://www.probast.org/wp-content/uploads/2020/02/PROBAST_20190515.pdf</a:t>
            </a:r>
            <a:r>
              <a:rPr lang="en-US" dirty="0"/>
              <a:t> </a:t>
            </a:r>
            <a:endParaRPr lang="en-US"/>
          </a:p>
          <a:p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/>
              <a:t>Step 1: </a:t>
            </a:r>
            <a:r>
              <a:rPr lang="en-US" b="1" err="1"/>
              <a:t>Definir</a:t>
            </a:r>
            <a:r>
              <a:rPr lang="en-US" b="1"/>
              <a:t> la Pregunta de Revisión Sistemática</a:t>
            </a:r>
            <a:endParaRPr lang="en-US"/>
          </a:p>
          <a:p>
            <a:pPr marL="628650" lvl="1" indent="-171450">
              <a:buFont typeface="Arial"/>
              <a:buChar char="•"/>
            </a:pPr>
            <a:r>
              <a:rPr lang="en-US"/>
              <a:t>Formular la </a:t>
            </a:r>
            <a:r>
              <a:rPr lang="en-US" err="1"/>
              <a:t>pregunta</a:t>
            </a:r>
            <a:r>
              <a:rPr lang="en-US"/>
              <a:t> de revisión sistemática para facilitar la evaluación de la aplicabilidad de los modelos evaluados.</a:t>
            </a:r>
          </a:p>
          <a:p>
            <a:pPr marL="628650" lvl="1" indent="-171450">
              <a:buFont typeface="Arial"/>
              <a:buChar char="•"/>
            </a:pPr>
            <a:r>
              <a:rPr lang="en-US" err="1"/>
              <a:t>Completar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tabla</a:t>
            </a:r>
            <a:r>
              <a:rPr lang="en-US"/>
              <a:t> específica una vez por cada revisión sistemática.</a:t>
            </a:r>
          </a:p>
          <a:p>
            <a:pPr marL="171450" indent="-171450">
              <a:buFont typeface="Arial"/>
              <a:buChar char="•"/>
            </a:pPr>
            <a:r>
              <a:rPr lang="en-US" b="1" dirty="0"/>
              <a:t>Step 2: </a:t>
            </a:r>
            <a:r>
              <a:rPr lang="en-US" b="1" dirty="0" err="1"/>
              <a:t>Clasificar</a:t>
            </a:r>
            <a:r>
              <a:rPr lang="en-US" b="1" dirty="0"/>
              <a:t> la </a:t>
            </a:r>
            <a:r>
              <a:rPr lang="en-US" b="1" dirty="0" err="1"/>
              <a:t>Evaluación</a:t>
            </a:r>
            <a:r>
              <a:rPr lang="en-US" b="1" dirty="0"/>
              <a:t> del </a:t>
            </a:r>
            <a:r>
              <a:rPr lang="en-US" b="1" dirty="0" err="1"/>
              <a:t>Modelo</a:t>
            </a:r>
            <a:endParaRPr lang="en-US" dirty="0" err="1"/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Utilizar</a:t>
            </a:r>
            <a:r>
              <a:rPr lang="en-US" dirty="0"/>
              <a:t> la </a:t>
            </a:r>
            <a:r>
              <a:rPr lang="en-US" dirty="0" err="1"/>
              <a:t>tabla</a:t>
            </a:r>
            <a:r>
              <a:rPr lang="en-US" dirty="0"/>
              <a:t> para </a:t>
            </a:r>
            <a:r>
              <a:rPr lang="en-US" dirty="0" err="1"/>
              <a:t>clasificar</a:t>
            </a:r>
            <a:r>
              <a:rPr lang="en-US" dirty="0"/>
              <a:t> la </a:t>
            </a:r>
            <a:r>
              <a:rPr lang="en-US" dirty="0" err="1"/>
              <a:t>evaluación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desarrollo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, </a:t>
            </a:r>
            <a:r>
              <a:rPr lang="en-US" dirty="0" err="1"/>
              <a:t>validación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, </a:t>
            </a:r>
            <a:r>
              <a:rPr lang="en-US" dirty="0" err="1"/>
              <a:t>actualización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 o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combinación</a:t>
            </a:r>
            <a:r>
              <a:rPr lang="en-US" dirty="0"/>
              <a:t> de </a:t>
            </a:r>
            <a:r>
              <a:rPr lang="en-US" dirty="0" err="1"/>
              <a:t>estos</a:t>
            </a:r>
            <a:r>
              <a:rPr lang="en-US" dirty="0"/>
              <a:t>.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Aplicar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preguntas</a:t>
            </a:r>
            <a:r>
              <a:rPr lang="en-US" dirty="0"/>
              <a:t> de </a:t>
            </a:r>
            <a:r>
              <a:rPr lang="en-US" dirty="0" err="1"/>
              <a:t>señalización</a:t>
            </a:r>
            <a:r>
              <a:rPr lang="en-US" dirty="0"/>
              <a:t> </a:t>
            </a:r>
            <a:r>
              <a:rPr lang="en-US" dirty="0" err="1"/>
              <a:t>según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evaluación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predicción</a:t>
            </a:r>
            <a:r>
              <a:rPr lang="en-US" dirty="0"/>
              <a:t>.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/>
              <a:t>Nota: Si la </a:t>
            </a:r>
            <a:r>
              <a:rPr lang="en-US" dirty="0" err="1"/>
              <a:t>evaluación</a:t>
            </a:r>
            <a:r>
              <a:rPr lang="en-US" dirty="0"/>
              <a:t> no </a:t>
            </a:r>
            <a:r>
              <a:rPr lang="en-US" dirty="0" err="1"/>
              <a:t>encaja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de </a:t>
            </a:r>
            <a:r>
              <a:rPr lang="en-US" dirty="0" err="1"/>
              <a:t>estas</a:t>
            </a:r>
            <a:r>
              <a:rPr lang="en-US" dirty="0"/>
              <a:t> </a:t>
            </a:r>
            <a:r>
              <a:rPr lang="en-US" dirty="0" err="1"/>
              <a:t>clasificaciones</a:t>
            </a:r>
            <a:r>
              <a:rPr lang="en-US" dirty="0"/>
              <a:t>, no se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utilizar</a:t>
            </a:r>
            <a:r>
              <a:rPr lang="en-US" dirty="0"/>
              <a:t> PROBAST.</a:t>
            </a:r>
          </a:p>
          <a:p>
            <a:pPr marL="171450" indent="-171450">
              <a:buFont typeface="Arial"/>
              <a:buChar char="•"/>
            </a:pPr>
            <a:r>
              <a:rPr lang="en-US" b="1" dirty="0"/>
              <a:t>Step 3: </a:t>
            </a:r>
            <a:r>
              <a:rPr lang="en-US" b="1" dirty="0" err="1"/>
              <a:t>Evaluar</a:t>
            </a:r>
            <a:r>
              <a:rPr lang="en-US" b="1" dirty="0"/>
              <a:t> </a:t>
            </a:r>
            <a:r>
              <a:rPr lang="en-US" b="1" dirty="0" err="1"/>
              <a:t>el</a:t>
            </a:r>
            <a:r>
              <a:rPr lang="en-US" b="1" dirty="0"/>
              <a:t> Riesgo de </a:t>
            </a:r>
            <a:r>
              <a:rPr lang="en-US" b="1" dirty="0" err="1"/>
              <a:t>Sesgo</a:t>
            </a:r>
            <a:endParaRPr lang="en-US" dirty="0" err="1"/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Evaluar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riesgo</a:t>
            </a:r>
            <a:r>
              <a:rPr lang="en-US" dirty="0"/>
              <a:t> de </a:t>
            </a:r>
            <a:r>
              <a:rPr lang="en-US" dirty="0" err="1"/>
              <a:t>sesgo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cuatro </a:t>
            </a:r>
            <a:r>
              <a:rPr lang="en-US" dirty="0" err="1"/>
              <a:t>dominios</a:t>
            </a:r>
            <a:r>
              <a:rPr lang="en-US" dirty="0"/>
              <a:t>: </a:t>
            </a:r>
            <a:r>
              <a:rPr lang="en-US" dirty="0" err="1"/>
              <a:t>participantes</a:t>
            </a:r>
            <a:r>
              <a:rPr lang="en-US" dirty="0"/>
              <a:t>, </a:t>
            </a:r>
            <a:r>
              <a:rPr lang="en-US" dirty="0" err="1"/>
              <a:t>predictores</a:t>
            </a:r>
            <a:r>
              <a:rPr lang="en-US" dirty="0"/>
              <a:t>, </a:t>
            </a:r>
            <a:r>
              <a:rPr lang="en-US" dirty="0" err="1"/>
              <a:t>resultado</a:t>
            </a:r>
            <a:r>
              <a:rPr lang="en-US" dirty="0"/>
              <a:t> y </a:t>
            </a:r>
            <a:r>
              <a:rPr lang="en-US" dirty="0" err="1"/>
              <a:t>análisis</a:t>
            </a:r>
            <a:r>
              <a:rPr lang="en-US" dirty="0"/>
              <a:t>.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/>
              <a:t>Responder a </a:t>
            </a:r>
            <a:r>
              <a:rPr lang="en-US" dirty="0" err="1"/>
              <a:t>preguntas</a:t>
            </a:r>
            <a:r>
              <a:rPr lang="en-US" dirty="0"/>
              <a:t> de </a:t>
            </a:r>
            <a:r>
              <a:rPr lang="en-US" dirty="0" err="1"/>
              <a:t>señalización</a:t>
            </a:r>
            <a:r>
              <a:rPr lang="en-US" dirty="0"/>
              <a:t> </a:t>
            </a:r>
            <a:r>
              <a:rPr lang="en-US" dirty="0" err="1"/>
              <a:t>específicas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dominio</a:t>
            </a:r>
            <a:r>
              <a:rPr lang="en-US" dirty="0"/>
              <a:t>.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Determinar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riesgo</a:t>
            </a:r>
            <a:r>
              <a:rPr lang="en-US" dirty="0"/>
              <a:t> de </a:t>
            </a:r>
            <a:r>
              <a:rPr lang="en-US" dirty="0" err="1"/>
              <a:t>sesgo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dominio</a:t>
            </a:r>
            <a:r>
              <a:rPr lang="en-US" dirty="0"/>
              <a:t> </a:t>
            </a:r>
            <a:r>
              <a:rPr lang="en-US" dirty="0" err="1"/>
              <a:t>basado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las </a:t>
            </a:r>
            <a:r>
              <a:rPr lang="en-US" dirty="0" err="1"/>
              <a:t>respuestas</a:t>
            </a:r>
            <a:r>
              <a:rPr lang="en-US" dirty="0"/>
              <a:t> a las </a:t>
            </a:r>
            <a:r>
              <a:rPr lang="en-US" dirty="0" err="1"/>
              <a:t>preguntas</a:t>
            </a:r>
            <a:r>
              <a:rPr lang="en-US" dirty="0"/>
              <a:t> de </a:t>
            </a:r>
            <a:r>
              <a:rPr lang="en-US" dirty="0" err="1"/>
              <a:t>señalización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b="1" dirty="0"/>
              <a:t>Step 4: </a:t>
            </a:r>
            <a:r>
              <a:rPr lang="en-US" b="1" dirty="0" err="1"/>
              <a:t>Juicios</a:t>
            </a:r>
            <a:r>
              <a:rPr lang="en-US" b="1" dirty="0"/>
              <a:t> Generales </a:t>
            </a:r>
            <a:r>
              <a:rPr lang="en-US" b="1" dirty="0" err="1"/>
              <a:t>sobre</a:t>
            </a:r>
            <a:r>
              <a:rPr lang="en-US" b="1" dirty="0"/>
              <a:t> </a:t>
            </a:r>
            <a:r>
              <a:rPr lang="en-US" b="1" dirty="0" err="1"/>
              <a:t>el</a:t>
            </a:r>
            <a:r>
              <a:rPr lang="en-US" b="1" dirty="0"/>
              <a:t> Riesgo de </a:t>
            </a:r>
            <a:r>
              <a:rPr lang="en-US" b="1" dirty="0" err="1"/>
              <a:t>Sesgo</a:t>
            </a:r>
            <a:r>
              <a:rPr lang="en-US" b="1" dirty="0"/>
              <a:t> y </a:t>
            </a:r>
            <a:r>
              <a:rPr lang="en-US" b="1" dirty="0" err="1"/>
              <a:t>Aplicabilidad</a:t>
            </a:r>
            <a:endParaRPr lang="en-US" dirty="0" err="1"/>
          </a:p>
          <a:p>
            <a:pPr marL="628650" lvl="1" indent="-171450">
              <a:buFont typeface="Arial"/>
              <a:buChar char="•"/>
            </a:pPr>
            <a:r>
              <a:rPr lang="en-US" dirty="0"/>
              <a:t>Usar </a:t>
            </a:r>
            <a:r>
              <a:rPr lang="en-US" dirty="0" err="1"/>
              <a:t>tablas</a:t>
            </a:r>
            <a:r>
              <a:rPr lang="en-US" dirty="0"/>
              <a:t> para </a:t>
            </a:r>
            <a:r>
              <a:rPr lang="en-US" dirty="0" err="1"/>
              <a:t>alcanzar</a:t>
            </a:r>
            <a:r>
              <a:rPr lang="en-US" dirty="0"/>
              <a:t> </a:t>
            </a:r>
            <a:r>
              <a:rPr lang="en-US" dirty="0" err="1"/>
              <a:t>juicios</a:t>
            </a:r>
            <a:r>
              <a:rPr lang="en-US" dirty="0"/>
              <a:t> </a:t>
            </a:r>
            <a:r>
              <a:rPr lang="en-US" dirty="0" err="1"/>
              <a:t>generales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riesgo</a:t>
            </a:r>
            <a:r>
              <a:rPr lang="en-US" dirty="0"/>
              <a:t> de </a:t>
            </a:r>
            <a:r>
              <a:rPr lang="en-US" dirty="0" err="1"/>
              <a:t>sesgo</a:t>
            </a:r>
            <a:r>
              <a:rPr lang="en-US" dirty="0"/>
              <a:t> y </a:t>
            </a:r>
            <a:r>
              <a:rPr lang="en-US" dirty="0" err="1"/>
              <a:t>preocupaciones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la </a:t>
            </a:r>
            <a:r>
              <a:rPr lang="en-US" dirty="0" err="1"/>
              <a:t>aplicabilidad</a:t>
            </a:r>
            <a:r>
              <a:rPr lang="en-US" dirty="0"/>
              <a:t> de la </a:t>
            </a:r>
            <a:r>
              <a:rPr lang="en-US" dirty="0" err="1"/>
              <a:t>evaluación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predicción</a:t>
            </a:r>
            <a:r>
              <a:rPr lang="en-US" dirty="0"/>
              <a:t> (</a:t>
            </a:r>
            <a:r>
              <a:rPr lang="en-US" dirty="0" err="1"/>
              <a:t>desarrollo</a:t>
            </a:r>
            <a:r>
              <a:rPr lang="en-US" dirty="0"/>
              <a:t> y/o </a:t>
            </a:r>
            <a:r>
              <a:rPr lang="en-US" dirty="0" err="1"/>
              <a:t>validación</a:t>
            </a:r>
            <a:r>
              <a:rPr lang="en-US" dirty="0"/>
              <a:t>)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dominios</a:t>
            </a:r>
            <a:r>
              <a:rPr lang="en-US" dirty="0"/>
              <a:t> </a:t>
            </a:r>
            <a:r>
              <a:rPr lang="en-US" dirty="0" err="1"/>
              <a:t>evaluados</a:t>
            </a:r>
            <a:r>
              <a:rPr lang="en-US" dirty="0"/>
              <a:t>.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 err="1"/>
              <a:t>Completar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tabla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evaluación</a:t>
            </a:r>
            <a:r>
              <a:rPr lang="en-US" dirty="0"/>
              <a:t> de un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distinto</a:t>
            </a:r>
            <a:r>
              <a:rPr lang="en-US" dirty="0"/>
              <a:t>.</a:t>
            </a:r>
          </a:p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DCC67-EF3A-4AF0-AD67-E3A03572A255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5848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TRIPOD, que </a:t>
            </a:r>
            <a:r>
              <a:rPr lang="en-US" err="1"/>
              <a:t>significa</a:t>
            </a:r>
            <a:r>
              <a:rPr lang="en-US"/>
              <a:t> "Transparent Reporting of a multivariable prediction model for Individual Prognosis or Diagnosis", es una iniciativa que proporciona directrices para la elaboración y el informe transparente de modelos de predicción multivariables. Estos modelos son herramientas fundamentales en la medicina y otras ciencias, ya que ayudan a predecir el riesgo de eventos futuros (prognosis) o a diagnosticar condiciones presentes (diagnosis) en individuos.</a:t>
            </a:r>
          </a:p>
          <a:p>
            <a:pPr marL="285750" indent="-285750">
              <a:buFont typeface="Arial"/>
              <a:buChar char="•"/>
            </a:pPr>
            <a:r>
              <a:rPr lang="en-US" b="1" err="1"/>
              <a:t>Diagnóstico</a:t>
            </a:r>
            <a:r>
              <a:rPr lang="en-US" b="1"/>
              <a:t> (Diagnosis):</a:t>
            </a:r>
            <a:endParaRPr lang="en-US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Se </a:t>
            </a:r>
            <a:r>
              <a:rPr lang="en-US" dirty="0" err="1"/>
              <a:t>refiere</a:t>
            </a:r>
            <a:r>
              <a:rPr lang="en-US" dirty="0"/>
              <a:t> a la </a:t>
            </a:r>
            <a:r>
              <a:rPr lang="en-US" dirty="0" err="1"/>
              <a:t>identificación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enfermedad</a:t>
            </a:r>
            <a:r>
              <a:rPr lang="en-US" dirty="0"/>
              <a:t> o </a:t>
            </a:r>
            <a:r>
              <a:rPr lang="en-US" dirty="0" err="1"/>
              <a:t>condición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paciente</a:t>
            </a:r>
            <a:r>
              <a:rPr lang="en-US" dirty="0"/>
              <a:t> </a:t>
            </a:r>
            <a:r>
              <a:rPr lang="en-US" dirty="0" err="1"/>
              <a:t>basándose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clínicos</a:t>
            </a:r>
            <a:r>
              <a:rPr lang="en-US" dirty="0"/>
              <a:t> y </a:t>
            </a:r>
            <a:r>
              <a:rPr lang="en-US" dirty="0" err="1"/>
              <a:t>pruebas</a:t>
            </a:r>
            <a:r>
              <a:rPr lang="en-US" dirty="0"/>
              <a:t> </a:t>
            </a:r>
            <a:r>
              <a:rPr lang="en-US" dirty="0" err="1"/>
              <a:t>diagnósticas</a:t>
            </a:r>
            <a:r>
              <a:rPr lang="en-US" dirty="0"/>
              <a:t>.</a:t>
            </a:r>
          </a:p>
          <a:p>
            <a:pPr marL="285750" lvl="1" indent="-285750">
              <a:buFont typeface="Arial"/>
              <a:buChar char="•"/>
            </a:pPr>
            <a:r>
              <a:rPr lang="en-US" dirty="0"/>
              <a:t>Los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predicción</a:t>
            </a:r>
            <a:r>
              <a:rPr lang="en-US" dirty="0"/>
              <a:t> para </a:t>
            </a:r>
            <a:r>
              <a:rPr lang="en-US" dirty="0" err="1"/>
              <a:t>diagnóstico</a:t>
            </a:r>
            <a:r>
              <a:rPr lang="en-US" dirty="0"/>
              <a:t> </a:t>
            </a:r>
            <a:r>
              <a:rPr lang="en-US" dirty="0" err="1"/>
              <a:t>ayudan</a:t>
            </a:r>
            <a:r>
              <a:rPr lang="en-US" dirty="0"/>
              <a:t> a </a:t>
            </a:r>
            <a:r>
              <a:rPr lang="en-US" dirty="0" err="1"/>
              <a:t>determinar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un </a:t>
            </a:r>
            <a:r>
              <a:rPr lang="en-US" dirty="0" err="1"/>
              <a:t>paciente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enfermedad</a:t>
            </a:r>
            <a:r>
              <a:rPr lang="en-US" dirty="0"/>
              <a:t> </a:t>
            </a:r>
            <a:r>
              <a:rPr lang="en-US" dirty="0" err="1"/>
              <a:t>específica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función</a:t>
            </a:r>
            <a:r>
              <a:rPr lang="en-US" dirty="0"/>
              <a:t> de sus </a:t>
            </a:r>
            <a:r>
              <a:rPr lang="en-US" dirty="0" err="1"/>
              <a:t>síntomas</a:t>
            </a:r>
            <a:r>
              <a:rPr lang="en-US" dirty="0"/>
              <a:t>, </a:t>
            </a:r>
            <a:r>
              <a:rPr lang="en-US" dirty="0" err="1"/>
              <a:t>resultados</a:t>
            </a:r>
            <a:r>
              <a:rPr lang="en-US" dirty="0"/>
              <a:t> de </a:t>
            </a:r>
            <a:r>
              <a:rPr lang="en-US" dirty="0" err="1"/>
              <a:t>pruebas</a:t>
            </a:r>
            <a:r>
              <a:rPr lang="en-US" dirty="0"/>
              <a:t> y </a:t>
            </a:r>
            <a:r>
              <a:rPr lang="en-US" dirty="0" err="1"/>
              <a:t>otras</a:t>
            </a:r>
            <a:r>
              <a:rPr lang="en-US" dirty="0"/>
              <a:t> variables.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Pronóstico</a:t>
            </a:r>
            <a:r>
              <a:rPr lang="en-US" b="1" dirty="0"/>
              <a:t> (Prognosis):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Se </a:t>
            </a:r>
            <a:r>
              <a:rPr lang="en-US" dirty="0" err="1"/>
              <a:t>refiere</a:t>
            </a:r>
            <a:r>
              <a:rPr lang="en-US" dirty="0"/>
              <a:t> a la </a:t>
            </a:r>
            <a:r>
              <a:rPr lang="en-US" dirty="0" err="1"/>
              <a:t>predicción</a:t>
            </a:r>
            <a:r>
              <a:rPr lang="en-US" dirty="0"/>
              <a:t> del </a:t>
            </a:r>
            <a:r>
              <a:rPr lang="en-US" dirty="0" err="1"/>
              <a:t>curso</a:t>
            </a:r>
            <a:r>
              <a:rPr lang="en-US" dirty="0"/>
              <a:t> </a:t>
            </a:r>
            <a:r>
              <a:rPr lang="en-US" dirty="0" err="1"/>
              <a:t>futuro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enfermedad</a:t>
            </a:r>
            <a:r>
              <a:rPr lang="en-US" dirty="0"/>
              <a:t> o la </a:t>
            </a:r>
            <a:r>
              <a:rPr lang="en-US" dirty="0" err="1"/>
              <a:t>probabilidad</a:t>
            </a:r>
            <a:r>
              <a:rPr lang="en-US" dirty="0"/>
              <a:t> de un </a:t>
            </a:r>
            <a:r>
              <a:rPr lang="en-US" dirty="0" err="1"/>
              <a:t>resultado</a:t>
            </a:r>
            <a:r>
              <a:rPr lang="en-US" dirty="0"/>
              <a:t> </a:t>
            </a:r>
            <a:r>
              <a:rPr lang="en-US" dirty="0" err="1"/>
              <a:t>específico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paciente</a:t>
            </a:r>
            <a:r>
              <a:rPr lang="en-US" dirty="0"/>
              <a:t> que </a:t>
            </a:r>
            <a:r>
              <a:rPr lang="en-US" dirty="0" err="1"/>
              <a:t>ya</a:t>
            </a:r>
            <a:r>
              <a:rPr lang="en-US" dirty="0"/>
              <a:t> ha </a:t>
            </a:r>
            <a:r>
              <a:rPr lang="en-US" dirty="0" err="1"/>
              <a:t>sido</a:t>
            </a:r>
            <a:r>
              <a:rPr lang="en-US" dirty="0"/>
              <a:t> </a:t>
            </a:r>
            <a:r>
              <a:rPr lang="en-US" dirty="0" err="1"/>
              <a:t>diagnosticado</a:t>
            </a:r>
            <a:r>
              <a:rPr lang="en-US" dirty="0"/>
              <a:t>.</a:t>
            </a:r>
          </a:p>
          <a:p>
            <a:pPr marL="285750" lvl="1" indent="-285750">
              <a:buFont typeface="Arial"/>
              <a:buChar char="•"/>
            </a:pPr>
            <a:r>
              <a:rPr lang="en-US" dirty="0"/>
              <a:t>Los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predicción</a:t>
            </a:r>
            <a:r>
              <a:rPr lang="en-US" dirty="0"/>
              <a:t> para </a:t>
            </a:r>
            <a:r>
              <a:rPr lang="en-US" dirty="0" err="1"/>
              <a:t>pronóstico</a:t>
            </a:r>
            <a:r>
              <a:rPr lang="en-US" dirty="0"/>
              <a:t> </a:t>
            </a:r>
            <a:r>
              <a:rPr lang="en-US" dirty="0" err="1"/>
              <a:t>evalúan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riesgo</a:t>
            </a:r>
            <a:r>
              <a:rPr lang="en-US" dirty="0"/>
              <a:t> de </a:t>
            </a:r>
            <a:r>
              <a:rPr lang="en-US" dirty="0" err="1"/>
              <a:t>eventos</a:t>
            </a:r>
            <a:r>
              <a:rPr lang="en-US" dirty="0"/>
              <a:t> </a:t>
            </a:r>
            <a:r>
              <a:rPr lang="en-US" dirty="0" err="1"/>
              <a:t>futuros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la </a:t>
            </a:r>
            <a:r>
              <a:rPr lang="en-US" dirty="0" err="1"/>
              <a:t>progresión</a:t>
            </a:r>
            <a:r>
              <a:rPr lang="en-US" dirty="0"/>
              <a:t> de la </a:t>
            </a:r>
            <a:r>
              <a:rPr lang="en-US" dirty="0" err="1"/>
              <a:t>enfermedad</a:t>
            </a:r>
            <a:r>
              <a:rPr lang="en-US" dirty="0"/>
              <a:t> o la </a:t>
            </a:r>
            <a:r>
              <a:rPr lang="en-US" dirty="0" err="1"/>
              <a:t>probabilidad</a:t>
            </a:r>
            <a:r>
              <a:rPr lang="en-US" dirty="0"/>
              <a:t> de </a:t>
            </a:r>
            <a:r>
              <a:rPr lang="en-US" dirty="0" err="1"/>
              <a:t>recuperación</a:t>
            </a:r>
            <a:r>
              <a:rPr lang="en-US" dirty="0"/>
              <a:t>, </a:t>
            </a:r>
            <a:r>
              <a:rPr lang="en-US" dirty="0" err="1"/>
              <a:t>basándose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múltiples</a:t>
            </a:r>
            <a:r>
              <a:rPr lang="en-US" dirty="0"/>
              <a:t> </a:t>
            </a:r>
            <a:r>
              <a:rPr lang="en-US" dirty="0" err="1"/>
              <a:t>factores</a:t>
            </a:r>
            <a:r>
              <a:rPr lang="en-US" dirty="0"/>
              <a:t> y </a:t>
            </a:r>
            <a:r>
              <a:rPr lang="en-US" dirty="0" err="1"/>
              <a:t>características</a:t>
            </a:r>
            <a:r>
              <a:rPr lang="en-US" dirty="0"/>
              <a:t> del </a:t>
            </a:r>
            <a:r>
              <a:rPr lang="en-US" dirty="0" err="1"/>
              <a:t>paciente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TRIPOD </a:t>
            </a:r>
            <a:r>
              <a:rPr lang="en-US" dirty="0" err="1"/>
              <a:t>proporciona</a:t>
            </a:r>
            <a:r>
              <a:rPr lang="en-US" dirty="0"/>
              <a:t> un conjunto </a:t>
            </a:r>
            <a:r>
              <a:rPr lang="en-US" dirty="0" err="1"/>
              <a:t>detallado</a:t>
            </a:r>
            <a:r>
              <a:rPr lang="en-US" dirty="0"/>
              <a:t> de </a:t>
            </a:r>
            <a:r>
              <a:rPr lang="en-US" dirty="0" err="1"/>
              <a:t>recomendaciones</a:t>
            </a:r>
            <a:r>
              <a:rPr lang="en-US" dirty="0"/>
              <a:t> que </a:t>
            </a:r>
            <a:r>
              <a:rPr lang="en-US" dirty="0" err="1"/>
              <a:t>abarcan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la </a:t>
            </a:r>
            <a:r>
              <a:rPr lang="en-US" dirty="0" err="1"/>
              <a:t>planificación</a:t>
            </a:r>
            <a:r>
              <a:rPr lang="en-US" dirty="0"/>
              <a:t> del </a:t>
            </a:r>
            <a:r>
              <a:rPr lang="en-US" dirty="0" err="1"/>
              <a:t>estudio</a:t>
            </a:r>
            <a:r>
              <a:rPr lang="en-US" dirty="0"/>
              <a:t> hasta la </a:t>
            </a:r>
            <a:r>
              <a:rPr lang="en-US" dirty="0" err="1"/>
              <a:t>presentación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, </a:t>
            </a:r>
            <a:r>
              <a:rPr lang="en-US" dirty="0" err="1"/>
              <a:t>asegurando</a:t>
            </a:r>
            <a:r>
              <a:rPr lang="en-US" dirty="0"/>
              <a:t> que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predicción</a:t>
            </a:r>
            <a:r>
              <a:rPr lang="en-US" dirty="0"/>
              <a:t> </a:t>
            </a:r>
            <a:r>
              <a:rPr lang="en-US" dirty="0" err="1"/>
              <a:t>sean</a:t>
            </a:r>
            <a:r>
              <a:rPr lang="en-US" dirty="0"/>
              <a:t> </a:t>
            </a:r>
            <a:r>
              <a:rPr lang="en-US" dirty="0" err="1"/>
              <a:t>desarrollados</a:t>
            </a:r>
            <a:r>
              <a:rPr lang="en-US" dirty="0"/>
              <a:t>, </a:t>
            </a:r>
            <a:r>
              <a:rPr lang="en-US" dirty="0" err="1"/>
              <a:t>validados</a:t>
            </a:r>
            <a:r>
              <a:rPr lang="en-US" dirty="0"/>
              <a:t> y </a:t>
            </a:r>
            <a:r>
              <a:rPr lang="en-US" dirty="0" err="1"/>
              <a:t>reportados</a:t>
            </a:r>
            <a:r>
              <a:rPr lang="en-US" dirty="0"/>
              <a:t> con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calidad</a:t>
            </a:r>
            <a:r>
              <a:rPr lang="en-US" dirty="0"/>
              <a:t> y </a:t>
            </a:r>
            <a:r>
              <a:rPr lang="en-US" dirty="0" err="1"/>
              <a:t>transparencia</a:t>
            </a:r>
            <a:r>
              <a:rPr lang="en-US" dirty="0"/>
              <a:t>. </a:t>
            </a:r>
            <a:r>
              <a:rPr lang="en-US" dirty="0" err="1"/>
              <a:t>Estas</a:t>
            </a:r>
            <a:r>
              <a:rPr lang="en-US" dirty="0"/>
              <a:t> directrices son </a:t>
            </a:r>
            <a:r>
              <a:rPr lang="en-US" dirty="0" err="1"/>
              <a:t>cruciales</a:t>
            </a:r>
            <a:r>
              <a:rPr lang="en-US" dirty="0"/>
              <a:t> para </a:t>
            </a:r>
            <a:r>
              <a:rPr lang="en-US" dirty="0" err="1"/>
              <a:t>mejorar</a:t>
            </a:r>
            <a:r>
              <a:rPr lang="en-US" dirty="0"/>
              <a:t> la </a:t>
            </a:r>
            <a:r>
              <a:rPr lang="en-US" dirty="0" err="1"/>
              <a:t>reproducibilidad</a:t>
            </a:r>
            <a:r>
              <a:rPr lang="en-US" dirty="0"/>
              <a:t> y la </a:t>
            </a:r>
            <a:r>
              <a:rPr lang="en-US" dirty="0" err="1"/>
              <a:t>aplicación</a:t>
            </a:r>
            <a:r>
              <a:rPr lang="en-US" dirty="0"/>
              <a:t> </a:t>
            </a:r>
            <a:r>
              <a:rPr lang="en-US" dirty="0" err="1"/>
              <a:t>práctica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atención</a:t>
            </a:r>
            <a:r>
              <a:rPr lang="en-US" dirty="0"/>
              <a:t> </a:t>
            </a:r>
            <a:r>
              <a:rPr lang="en-US" dirty="0" err="1"/>
              <a:t>médica</a:t>
            </a:r>
            <a:r>
              <a:rPr lang="en-US" dirty="0"/>
              <a:t> y la </a:t>
            </a:r>
            <a:r>
              <a:rPr lang="en-US" dirty="0" err="1"/>
              <a:t>investigación</a:t>
            </a:r>
            <a:endParaRPr lang="en-US"/>
          </a:p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DCC67-EF3A-4AF0-AD67-E3A03572A255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3206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48178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1"/>
          <p:cNvSpPr>
            <a:spLocks noGrp="1"/>
          </p:cNvSpPr>
          <p:nvPr>
            <p:ph type="title"/>
          </p:nvPr>
        </p:nvSpPr>
        <p:spPr>
          <a:xfrm>
            <a:off x="838200" y="803564"/>
            <a:ext cx="10515600" cy="88712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8" name="Marcador de texto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3854739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03447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61E779-0F82-89B3-F6A1-53A82C1A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20947482-BDD1-48A4-B258-827976B407D1}" type="datetimeFigureOut">
              <a:rPr lang="es-CO"/>
              <a:pPr>
                <a:defRPr/>
              </a:pPr>
              <a:t>29/05/2024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289D22-60C2-13DC-A1CA-6EF1A9DE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0DB64D-AEDB-F4CE-06AA-2F5CA7DE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525F4BC9-8D76-4162-A80C-272DAD586C83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739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E4BE5D-C1B6-647F-75EC-4289AE1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9D035841-F275-4CDE-BC8A-53F7775A61B2}" type="datetimeFigureOut">
              <a:rPr lang="es-CO"/>
              <a:pPr>
                <a:defRPr/>
              </a:pPr>
              <a:t>29/05/2024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AC6C12-C5AD-0596-E503-EBA7110C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1B377F-226D-6A90-D653-E0903CBD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AD3A627B-3EF6-41FF-9676-03D7C92E2F99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383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39A14A-4080-D154-7A83-E5D7E5E5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B409D00-3872-45CD-9736-23BDEDBBE304}" type="datetimeFigureOut">
              <a:rPr lang="es-CO"/>
              <a:pPr>
                <a:defRPr/>
              </a:pPr>
              <a:t>29/05/2024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F9F6B9B-19B4-B2AD-4C6B-1315E3CDB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E8C291A-0E9F-D65E-8955-B46F8BA1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8787D334-1E5F-4C05-B4AF-6A5E4EB72B89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893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6523654-6DAD-3504-4199-A8CA2C0D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D8B6BCE4-72B1-4B35-892B-7BDA030C41FF}" type="datetimeFigureOut">
              <a:rPr lang="es-CO"/>
              <a:pPr>
                <a:defRPr/>
              </a:pPr>
              <a:t>29/05/2024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FB255F-3441-5579-6F7C-54FF7569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170259-9149-58D2-99D4-68D53309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33B6613-E70B-4BAB-B622-421A6A66CC3D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682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3E48ED-15F7-C3F0-9947-0F19412D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0B884A87-4643-4B20-A4A5-26674F90BCB7}" type="datetimeFigureOut">
              <a:rPr lang="es-CO"/>
              <a:pPr>
                <a:defRPr/>
              </a:pPr>
              <a:t>29/05/2024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42C82AD-7176-D2D1-3B33-C4FA37F8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E2E5BF-EE65-4405-7CD3-E7EADC6F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25EBA154-DB14-4C7A-96DE-8FF41BABCD16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6013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402DA6-3FE1-E98D-B339-719A7AAC14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FBD813C5-1FD9-4007-B051-20103C30E77A}" type="datetimeFigureOut">
              <a:rPr lang="es-CO"/>
              <a:pPr>
                <a:defRPr/>
              </a:pPr>
              <a:t>29/05/2024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E71E16-B1BC-2E71-C706-FF139FC0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AAAEC9-D455-1D1F-9CC0-EAEBA0FBA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F49B91C1-EF10-40F5-B0CB-0FA8F3CBBEFD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7657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F348A6-6C1B-647F-EF37-602B4635FD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5DED6FEF-EB92-42BD-AC39-26B796D35B6C}" type="datetimeFigureOut">
              <a:rPr lang="es-CO"/>
              <a:pPr>
                <a:defRPr/>
              </a:pPr>
              <a:t>29/05/2024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C65291-31EA-8B53-6A7E-8D6DECB3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A8FAC8-A8A3-C984-2E40-914A8A0D2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D9E7644-9F33-4606-A48D-94725D733183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7364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9D691A-4EBB-B027-5A08-284FA139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767B66B-8BD2-415A-AFE9-78D4AFEFF925}" type="datetimeFigureOut">
              <a:rPr lang="es-CO"/>
              <a:pPr>
                <a:defRPr/>
              </a:pPr>
              <a:t>29/05/2024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2E3191-8753-45B5-DBF2-9269D7BA0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1E14D9-9B6B-E2F2-D23A-536C71F3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B37BC4B0-8C0A-4C70-9D9D-4926A0BEE59D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2118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2C2C1E-4A1E-F44A-AD61-DAFBE5F85F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335101AE-1B3C-4006-98CE-61BC7CA6B825}" type="datetimeFigureOut">
              <a:rPr lang="es-CO"/>
              <a:pPr>
                <a:defRPr/>
              </a:pPr>
              <a:t>29/05/2024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AE6FE5-6A37-54F5-D8A9-EE34AC30E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2BA6DD-2330-2656-FA4E-7C966E378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8C5A5531-77AC-4853-8163-27BCB50A77D3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8526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n 7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098697A9-BA11-93A1-D1C3-EA8C32F65D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Marcador de título 1">
            <a:extLst>
              <a:ext uri="{FF2B5EF4-FFF2-40B4-BE49-F238E27FC236}">
                <a16:creationId xmlns:a16="http://schemas.microsoft.com/office/drawing/2014/main" id="{FF9C91A8-D50C-A854-C03C-3C02D63BF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803275"/>
            <a:ext cx="10515600" cy="88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8" name="Marcador de texto 2">
            <a:extLst>
              <a:ext uri="{FF2B5EF4-FFF2-40B4-BE49-F238E27FC236}">
                <a16:creationId xmlns:a16="http://schemas.microsoft.com/office/drawing/2014/main" id="{C9218E73-2641-C901-B049-2B81005F3C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385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los estilos de texto del patrón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9pPr>
    </p:titleStyle>
    <p:bodyStyle>
      <a:lvl1pPr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5p.org/node/147286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186/s12916-014-0241-z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n 4" descr="Texto&#10;&#10;Descripción generada automáticamente">
            <a:extLst>
              <a:ext uri="{FF2B5EF4-FFF2-40B4-BE49-F238E27FC236}">
                <a16:creationId xmlns:a16="http://schemas.microsoft.com/office/drawing/2014/main" id="{C6BC4D92-07E5-7D10-A6FC-009DE6A08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701EE-EC74-5A3C-6127-C3B19E17F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517236"/>
            <a:ext cx="10515600" cy="1719260"/>
          </a:xfrm>
        </p:spPr>
        <p:txBody>
          <a:bodyPr/>
          <a:lstStyle/>
          <a:p>
            <a:r>
              <a:rPr lang="es-CO" dirty="0"/>
              <a:t>Etica en ciencia de datos en salud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82A358-A8F5-81A4-CC4F-EDE512CCE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Ever Augusto Torres Silva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1497B04-2366-1878-6794-A737BCE812BF}"/>
              </a:ext>
            </a:extLst>
          </p:cNvPr>
          <p:cNvSpPr txBox="1">
            <a:spLocks/>
          </p:cNvSpPr>
          <p:nvPr/>
        </p:nvSpPr>
        <p:spPr bwMode="auto">
          <a:xfrm>
            <a:off x="844549" y="2870205"/>
            <a:ext cx="10515600" cy="1719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r>
              <a:rPr lang="es-CO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cs typeface="Calibri"/>
              </a:rPr>
              <a:t>Normatividad y ética en ciencia de datos en salud</a:t>
            </a:r>
            <a:endParaRPr lang="es-CO" sz="4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623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bridge over a mountain&#10;&#10;Description automatically generated">
            <a:extLst>
              <a:ext uri="{FF2B5EF4-FFF2-40B4-BE49-F238E27FC236}">
                <a16:creationId xmlns:a16="http://schemas.microsoft.com/office/drawing/2014/main" id="{B3C38DF5-56A1-9FF6-5709-DF6162DA0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46533" y="702163"/>
            <a:ext cx="6968395" cy="5222141"/>
          </a:xfrm>
        </p:spPr>
      </p:pic>
    </p:spTree>
    <p:extLst>
      <p:ext uri="{BB962C8B-B14F-4D97-AF65-F5344CB8AC3E}">
        <p14:creationId xmlns:p14="http://schemas.microsoft.com/office/powerpoint/2010/main" val="30450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E2A5A-1EE5-2AF6-923D-122F263D0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Calibri"/>
                <a:cs typeface="Calibri"/>
              </a:rPr>
              <a:t>Top 10 </a:t>
            </a:r>
            <a:r>
              <a:rPr lang="en-US" b="0" dirty="0" err="1">
                <a:latin typeface="Calibri"/>
                <a:cs typeface="Calibri"/>
              </a:rPr>
              <a:t>Riesgos</a:t>
            </a:r>
            <a:r>
              <a:rPr lang="en-US" b="0" dirty="0">
                <a:latin typeface="Calibri"/>
                <a:cs typeface="Calibri"/>
              </a:rPr>
              <a:t> de la </a:t>
            </a:r>
            <a:r>
              <a:rPr lang="en-US" b="0" dirty="0" err="1">
                <a:latin typeface="Calibri"/>
                <a:cs typeface="Calibri"/>
              </a:rPr>
              <a:t>tecnología</a:t>
            </a:r>
            <a:r>
              <a:rPr lang="en-US" b="0" dirty="0">
                <a:latin typeface="Calibri"/>
                <a:cs typeface="Calibri"/>
              </a:rPr>
              <a:t> </a:t>
            </a:r>
            <a:r>
              <a:rPr lang="en-US" b="0" dirty="0" err="1">
                <a:latin typeface="Calibri"/>
                <a:cs typeface="Calibri"/>
              </a:rPr>
              <a:t>en</a:t>
            </a:r>
            <a:r>
              <a:rPr lang="en-US" b="0" dirty="0">
                <a:latin typeface="Calibri"/>
                <a:cs typeface="Calibri"/>
              </a:rPr>
              <a:t> </a:t>
            </a:r>
            <a:r>
              <a:rPr lang="en-US" b="0" dirty="0" err="1">
                <a:latin typeface="Calibri"/>
                <a:cs typeface="Calibri"/>
              </a:rPr>
              <a:t>salud</a:t>
            </a:r>
            <a:r>
              <a:rPr lang="en-US" b="0" dirty="0">
                <a:latin typeface="Calibri"/>
                <a:cs typeface="Calibri"/>
              </a:rPr>
              <a:t> para </a:t>
            </a:r>
            <a:r>
              <a:rPr lang="en-US" b="0" dirty="0" err="1">
                <a:latin typeface="Calibri"/>
                <a:cs typeface="Calibri"/>
              </a:rPr>
              <a:t>el</a:t>
            </a:r>
            <a:r>
              <a:rPr lang="en-US" b="0" dirty="0">
                <a:latin typeface="Calibri"/>
                <a:cs typeface="Calibri"/>
              </a:rPr>
              <a:t> 2023 </a:t>
            </a:r>
            <a:endParaRPr lang="en-US" dirty="0"/>
          </a:p>
        </p:txBody>
      </p:sp>
      <p:sp>
        <p:nvSpPr>
          <p:cNvPr id="6" name="Google Shape;191;g1f0b133fc3f_2_19">
            <a:extLst>
              <a:ext uri="{FF2B5EF4-FFF2-40B4-BE49-F238E27FC236}">
                <a16:creationId xmlns:a16="http://schemas.microsoft.com/office/drawing/2014/main" id="{7E937544-6BD6-9CBE-E0F8-E514D2CD05DF}"/>
              </a:ext>
            </a:extLst>
          </p:cNvPr>
          <p:cNvSpPr txBox="1">
            <a:spLocks noGrp="1"/>
          </p:cNvSpPr>
          <p:nvPr/>
        </p:nvSpPr>
        <p:spPr>
          <a:xfrm>
            <a:off x="360855" y="1719343"/>
            <a:ext cx="11450629" cy="5136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6900" indent="-320040" algn="just">
              <a:lnSpc>
                <a:spcPct val="95000"/>
              </a:lnSpc>
              <a:spcBef>
                <a:spcPts val="0"/>
              </a:spcBef>
              <a:buClr>
                <a:srgbClr val="444444"/>
              </a:buClr>
              <a:buSzPts val="1449"/>
              <a:buFont typeface="Roboto"/>
              <a:buAutoNum type="arabicPeriod"/>
            </a:pP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Inefectividad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recogida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equipos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biomédicos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uso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domiciliario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por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usuarios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pacientes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Usualmente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fabricantes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informan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a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distribuidores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o es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usado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un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lenguaje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técnico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que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pacientes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no son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capaces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descifrar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.  </a:t>
            </a:r>
            <a:endParaRPr lang="en-US" sz="1448">
              <a:solidFill>
                <a:srgbClr val="444444"/>
              </a:solidFill>
              <a:latin typeface="Roboto"/>
              <a:ea typeface="Roboto"/>
              <a:cs typeface="Roboto"/>
            </a:endParaRPr>
          </a:p>
          <a:p>
            <a:pPr marL="596900" indent="-320040">
              <a:lnSpc>
                <a:spcPct val="95000"/>
              </a:lnSpc>
              <a:spcBef>
                <a:spcPts val="0"/>
              </a:spcBef>
              <a:buClr>
                <a:srgbClr val="444444"/>
              </a:buClr>
              <a:buSzPts val="1449"/>
              <a:buFont typeface="Roboto"/>
              <a:buAutoNum type="arabicPeriod"/>
            </a:pP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Aumento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dispositivos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médicos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un solo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uso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defectuosos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defectos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productos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pueden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causar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mayor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desperdicios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retrasos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incorrectos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tratamientos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infecciones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nosocomiales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  u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otros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daños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. </a:t>
            </a:r>
            <a:endParaRPr sz="1448">
              <a:solidFill>
                <a:srgbClr val="444444"/>
              </a:solidFill>
              <a:latin typeface="Roboto"/>
              <a:ea typeface="Roboto"/>
              <a:cs typeface="Roboto"/>
            </a:endParaRPr>
          </a:p>
          <a:p>
            <a:pPr marL="596900" indent="-320040">
              <a:lnSpc>
                <a:spcPct val="95000"/>
              </a:lnSpc>
              <a:spcBef>
                <a:spcPts val="0"/>
              </a:spcBef>
              <a:buClr>
                <a:srgbClr val="444444"/>
              </a:buClr>
              <a:buSzPts val="1449"/>
              <a:buFont typeface="Roboto"/>
              <a:buAutoNum type="arabicPeriod"/>
            </a:pP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Usos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inapropiados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Gabinetes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Automáticos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Dispensación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medicamentos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(ADC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por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sus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siglas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inglés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):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Los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controles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seguridad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ADC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pueden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ser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saltados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escenarios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como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el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las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urgencias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favoreciendo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el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error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aplicación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medicamentos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. </a:t>
            </a:r>
            <a:endParaRPr sz="1448">
              <a:solidFill>
                <a:srgbClr val="444444"/>
              </a:solidFill>
              <a:latin typeface="Roboto"/>
              <a:ea typeface="Roboto"/>
              <a:cs typeface="Roboto"/>
            </a:endParaRPr>
          </a:p>
          <a:p>
            <a:pPr marL="596900" lvl="0" indent="-32004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49"/>
              <a:buFont typeface="Roboto"/>
              <a:buAutoNum type="arabicPeriod"/>
            </a:pP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Desconexión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accesos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venosos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hemodiálisis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Este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evento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puede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ocasionar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una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pérdida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masiva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sangre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llevar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a la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muerte</a:t>
            </a:r>
            <a:endParaRPr sz="1400" dirty="0" err="1">
              <a:solidFill>
                <a:srgbClr val="444444"/>
              </a:solidFill>
              <a:latin typeface="Roboto"/>
              <a:ea typeface="Roboto"/>
              <a:cs typeface="Roboto"/>
            </a:endParaRPr>
          </a:p>
          <a:p>
            <a:pPr marL="596900" indent="-320040">
              <a:lnSpc>
                <a:spcPct val="95000"/>
              </a:lnSpc>
              <a:spcBef>
                <a:spcPts val="0"/>
              </a:spcBef>
              <a:buClr>
                <a:srgbClr val="444444"/>
              </a:buClr>
              <a:buSzPts val="1449"/>
              <a:buFont typeface="Roboto"/>
              <a:buAutoNum type="arabicPeriod"/>
            </a:pPr>
            <a:r>
              <a:rPr lang="en-US" sz="1400" b="1" dirty="0" err="1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Ciberseguridad</a:t>
            </a:r>
            <a:r>
              <a:rPr lang="en-US" sz="1400" b="1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asociada</a:t>
            </a:r>
            <a:r>
              <a:rPr lang="en-US" sz="1400" b="1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 con </a:t>
            </a:r>
            <a:r>
              <a:rPr lang="en-US" sz="1400" b="1" dirty="0" err="1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sistemas</a:t>
            </a:r>
            <a:r>
              <a:rPr lang="en-US" sz="1400" b="1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b="1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n-US" sz="1400" b="1" dirty="0" err="1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nube</a:t>
            </a:r>
            <a:r>
              <a:rPr lang="en-US" sz="1400" b="1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400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sistemas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basados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nube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no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eximen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riesgo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a la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institución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problemas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el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servicio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pueden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ocasionar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retrasos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tener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brechas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seguridad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. </a:t>
            </a:r>
            <a:endParaRPr sz="1448">
              <a:solidFill>
                <a:srgbClr val="444444"/>
              </a:solidFill>
              <a:latin typeface="Roboto"/>
              <a:ea typeface="Roboto"/>
              <a:cs typeface="Roboto"/>
            </a:endParaRPr>
          </a:p>
          <a:p>
            <a:pPr marL="596900" lvl="0" indent="-32004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49"/>
              <a:buFont typeface="Roboto"/>
              <a:buAutoNum type="arabicPeriod"/>
            </a:pP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Infusores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presión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inflables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(IPIs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por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sus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siglas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inglés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):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Aumentan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el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riesgo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generar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burbujas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que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entren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al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sistema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circulatorio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poniendo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riesgo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salud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o la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vida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del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paciente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400" dirty="0">
              <a:solidFill>
                <a:srgbClr val="444444"/>
              </a:solidFill>
              <a:latin typeface="Roboto"/>
              <a:ea typeface="Roboto"/>
              <a:cs typeface="Roboto"/>
            </a:endParaRPr>
          </a:p>
          <a:p>
            <a:pPr marL="596900" lvl="0" indent="-32004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49"/>
              <a:buFont typeface="Roboto"/>
              <a:buAutoNum type="arabicPeriod"/>
            </a:pP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Contaminación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cruzada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por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confusión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requerimientos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desinfección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ventiladores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mecánicos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Las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instrucciones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fabricantes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agencias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reguladoras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protocolos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limpieza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estos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equipos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, no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suelen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ser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consistentes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o son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confusas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consecuencia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desinfección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no es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efectiva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aumentando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el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riesgo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contaminación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cruzada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pacientes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400" dirty="0">
              <a:solidFill>
                <a:srgbClr val="444444"/>
              </a:solidFill>
              <a:latin typeface="Roboto"/>
              <a:ea typeface="Roboto"/>
              <a:cs typeface="Roboto"/>
            </a:endParaRPr>
          </a:p>
          <a:p>
            <a:pPr marL="596900" lvl="0" indent="-32004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49"/>
              <a:buFont typeface="Roboto"/>
              <a:buAutoNum type="arabicPeriod"/>
            </a:pP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Quemaduras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serias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por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equipos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electrocirugía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Asociados a un no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completo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entendimiento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componentes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funciones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del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equipo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400" dirty="0">
              <a:solidFill>
                <a:srgbClr val="444444"/>
              </a:solidFill>
              <a:latin typeface="Roboto"/>
              <a:ea typeface="Roboto"/>
              <a:cs typeface="Roboto"/>
            </a:endParaRPr>
          </a:p>
          <a:p>
            <a:pPr marL="596900" indent="-320040">
              <a:lnSpc>
                <a:spcPct val="95000"/>
              </a:lnSpc>
              <a:spcBef>
                <a:spcPts val="0"/>
              </a:spcBef>
              <a:buClr>
                <a:srgbClr val="444444"/>
              </a:buClr>
              <a:buSzPts val="1449"/>
              <a:buFont typeface="Roboto"/>
              <a:buAutoNum type="arabicPeriod"/>
            </a:pPr>
            <a:r>
              <a:rPr lang="en-US" sz="1400" b="1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Alta carga </a:t>
            </a:r>
            <a:r>
              <a:rPr lang="en-US" sz="1400" b="1" dirty="0" err="1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cognitiva</a:t>
            </a:r>
            <a:r>
              <a:rPr lang="en-US" sz="1400" b="1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00" b="1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uso</a:t>
            </a:r>
            <a:r>
              <a:rPr lang="en-US" sz="1400" b="1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b="1" dirty="0" err="1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sistemas</a:t>
            </a:r>
            <a:r>
              <a:rPr lang="en-US" sz="1400" b="1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b="1" dirty="0" err="1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telemetría</a:t>
            </a:r>
            <a:r>
              <a:rPr lang="en-US" sz="1400" b="1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dirty="0" err="1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cardíaca</a:t>
            </a:r>
            <a:r>
              <a:rPr lang="en-US" sz="1400" b="1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400" dirty="0">
                <a:solidFill>
                  <a:srgbClr val="F04D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El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incremento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(o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sobreuso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)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estos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sistemas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aumentaran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considerablemente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la carga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cognitiva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del personal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asistencial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aumentando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el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riesgo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omitir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eventos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críticos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. </a:t>
            </a:r>
            <a:endParaRPr sz="1400" dirty="0">
              <a:solidFill>
                <a:srgbClr val="444444"/>
              </a:solidFill>
              <a:latin typeface="Roboto"/>
              <a:ea typeface="Roboto"/>
              <a:cs typeface="Roboto"/>
            </a:endParaRPr>
          </a:p>
          <a:p>
            <a:pPr marL="596900" indent="-320040">
              <a:lnSpc>
                <a:spcPct val="95000"/>
              </a:lnSpc>
              <a:spcBef>
                <a:spcPts val="0"/>
              </a:spcBef>
              <a:buClr>
                <a:srgbClr val="444444"/>
              </a:buClr>
              <a:buSzPts val="1449"/>
              <a:buFont typeface="Roboto"/>
              <a:buAutoNum type="arabicPeriod"/>
            </a:pP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No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reporte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problemas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incidencias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con la </a:t>
            </a:r>
            <a:r>
              <a:rPr lang="en-US" sz="1400" b="1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tecnología</a:t>
            </a:r>
            <a:r>
              <a:rPr lang="en-US" sz="1400" b="1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El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subregistro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o no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registro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en-US" dirty="0">
                <a:sym typeface="Roboto"/>
              </a:rPr>
            </a:b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por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desconocimiento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procesos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inexistentes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habilitan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recurrencia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problemas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incidentes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de la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misma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tecnología</a:t>
            </a:r>
            <a:r>
              <a:rPr lang="en-US" sz="14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1F978-2F6F-1F17-1AA6-A1F8D2949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257" y="4152"/>
            <a:ext cx="286702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7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19B52-DED6-2C91-11B7-3576FA7B2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err="1">
                <a:latin typeface="Calibri"/>
                <a:cs typeface="Calibri"/>
              </a:rPr>
              <a:t>Conceptos</a:t>
            </a:r>
            <a:r>
              <a:rPr lang="en-US" b="0" dirty="0">
                <a:latin typeface="Calibri"/>
                <a:cs typeface="Calibri"/>
              </a:rPr>
              <a:t> </a:t>
            </a:r>
            <a:r>
              <a:rPr lang="en-US" b="0" dirty="0" err="1">
                <a:latin typeface="Calibri"/>
                <a:cs typeface="Calibri"/>
              </a:rPr>
              <a:t>éticos</a:t>
            </a:r>
            <a:r>
              <a:rPr lang="en-US" b="0" dirty="0">
                <a:latin typeface="Calibri"/>
                <a:cs typeface="Calibri"/>
              </a:rPr>
              <a:t> y de </a:t>
            </a:r>
            <a:r>
              <a:rPr lang="en-US" b="0" dirty="0" err="1">
                <a:latin typeface="Calibri"/>
                <a:cs typeface="Calibri"/>
              </a:rPr>
              <a:t>protección</a:t>
            </a:r>
            <a:r>
              <a:rPr lang="en-US" b="0" dirty="0">
                <a:latin typeface="Calibri"/>
                <a:cs typeface="Calibri"/>
              </a:rPr>
              <a:t> de la </a:t>
            </a:r>
            <a:r>
              <a:rPr lang="en-US" b="0" dirty="0" err="1">
                <a:latin typeface="Calibri"/>
                <a:cs typeface="Calibri"/>
              </a:rPr>
              <a:t>información</a:t>
            </a:r>
            <a:r>
              <a:rPr lang="en-US" b="0" dirty="0">
                <a:latin typeface="Calibri"/>
                <a:cs typeface="Calibri"/>
              </a:rPr>
              <a:t>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91B70-6133-7131-9249-F417B03CA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Google Shape;182;g1f0b133fc3f_2_4">
            <a:extLst>
              <a:ext uri="{FF2B5EF4-FFF2-40B4-BE49-F238E27FC236}">
                <a16:creationId xmlns:a16="http://schemas.microsoft.com/office/drawing/2014/main" id="{2581C5D0-940E-1903-F383-AF1456D5FEDA}"/>
              </a:ext>
            </a:extLst>
          </p:cNvPr>
          <p:cNvSpPr/>
          <p:nvPr/>
        </p:nvSpPr>
        <p:spPr>
          <a:xfrm>
            <a:off x="2079821" y="2572907"/>
            <a:ext cx="3176750" cy="1995625"/>
          </a:xfrm>
          <a:prstGeom prst="flowChartProcess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7">
                <a:solidFill>
                  <a:srgbClr val="0E2841"/>
                </a:solidFill>
                <a:latin typeface="Lato"/>
                <a:ea typeface="Lato"/>
                <a:cs typeface="Lato"/>
                <a:sym typeface="Lato"/>
              </a:rPr>
              <a:t>Privacidad</a:t>
            </a:r>
            <a:endParaRPr sz="2597">
              <a:solidFill>
                <a:srgbClr val="0E284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Google Shape;183;g1f0b133fc3f_2_4">
            <a:extLst>
              <a:ext uri="{FF2B5EF4-FFF2-40B4-BE49-F238E27FC236}">
                <a16:creationId xmlns:a16="http://schemas.microsoft.com/office/drawing/2014/main" id="{5F3EBAE7-0EA7-BD02-AC0C-65E1A5F21828}"/>
              </a:ext>
            </a:extLst>
          </p:cNvPr>
          <p:cNvSpPr/>
          <p:nvPr/>
        </p:nvSpPr>
        <p:spPr>
          <a:xfrm>
            <a:off x="6935421" y="2572907"/>
            <a:ext cx="3176750" cy="1995625"/>
          </a:xfrm>
          <a:prstGeom prst="flowChartProcess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7">
                <a:solidFill>
                  <a:srgbClr val="0E2841"/>
                </a:solidFill>
                <a:latin typeface="Lato"/>
                <a:ea typeface="Lato"/>
                <a:cs typeface="Lato"/>
                <a:sym typeface="Lato"/>
              </a:rPr>
              <a:t>Confidencialidad</a:t>
            </a:r>
            <a:endParaRPr sz="2597">
              <a:solidFill>
                <a:srgbClr val="0E284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184;g1f0b133fc3f_2_4">
            <a:extLst>
              <a:ext uri="{FF2B5EF4-FFF2-40B4-BE49-F238E27FC236}">
                <a16:creationId xmlns:a16="http://schemas.microsoft.com/office/drawing/2014/main" id="{016ACC57-0F2D-36CD-4164-708785EFC1C5}"/>
              </a:ext>
            </a:extLst>
          </p:cNvPr>
          <p:cNvSpPr txBox="1"/>
          <p:nvPr/>
        </p:nvSpPr>
        <p:spPr>
          <a:xfrm>
            <a:off x="2590750" y="4937540"/>
            <a:ext cx="21549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Derecho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85;g1f0b133fc3f_2_4">
            <a:extLst>
              <a:ext uri="{FF2B5EF4-FFF2-40B4-BE49-F238E27FC236}">
                <a16:creationId xmlns:a16="http://schemas.microsoft.com/office/drawing/2014/main" id="{BF3A5255-87DE-4159-C93C-6443E0EB237C}"/>
              </a:ext>
            </a:extLst>
          </p:cNvPr>
          <p:cNvSpPr txBox="1"/>
          <p:nvPr/>
        </p:nvSpPr>
        <p:spPr>
          <a:xfrm>
            <a:off x="7764292" y="4937540"/>
            <a:ext cx="21549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7497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75;g1f0b133fc3f_1_36">
            <a:extLst>
              <a:ext uri="{FF2B5EF4-FFF2-40B4-BE49-F238E27FC236}">
                <a16:creationId xmlns:a16="http://schemas.microsoft.com/office/drawing/2014/main" id="{6160FBC8-3FC7-F44A-4A42-2F7740490E7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262" y="1039016"/>
            <a:ext cx="9480623" cy="52674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76;g1f0b133fc3f_1_36">
            <a:extLst>
              <a:ext uri="{FF2B5EF4-FFF2-40B4-BE49-F238E27FC236}">
                <a16:creationId xmlns:a16="http://schemas.microsoft.com/office/drawing/2014/main" id="{ECC3AD32-6555-4EE8-0C00-164906C25C4D}"/>
              </a:ext>
            </a:extLst>
          </p:cNvPr>
          <p:cNvSpPr txBox="1"/>
          <p:nvPr/>
        </p:nvSpPr>
        <p:spPr>
          <a:xfrm>
            <a:off x="4877525" y="6391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https://h5p.org/node/1472863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301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A9B7-DBD0-67CA-4EBD-2B4C830E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Calibri"/>
                <a:cs typeface="Calibri"/>
              </a:rPr>
              <a:t>Marco </a:t>
            </a:r>
            <a:r>
              <a:rPr lang="en-US" b="0" dirty="0" err="1">
                <a:latin typeface="Calibri"/>
                <a:cs typeface="Calibri"/>
              </a:rPr>
              <a:t>ético</a:t>
            </a:r>
            <a:r>
              <a:rPr lang="en-US" b="0" dirty="0">
                <a:latin typeface="Calibri"/>
                <a:cs typeface="Calibri"/>
              </a:rPr>
              <a:t> para la </a:t>
            </a:r>
            <a:r>
              <a:rPr lang="en-US" b="0" dirty="0" err="1">
                <a:latin typeface="Calibri"/>
                <a:cs typeface="Calibri"/>
              </a:rPr>
              <a:t>Inteligencia</a:t>
            </a:r>
            <a:r>
              <a:rPr lang="en-US" b="0" dirty="0">
                <a:latin typeface="Calibri"/>
                <a:cs typeface="Calibri"/>
              </a:rPr>
              <a:t> Artificial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B4EDC-A4F1-EB2B-D2E6-242635A3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9186" y="1861912"/>
            <a:ext cx="7094041" cy="423573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565150" indent="-51435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600" err="1"/>
              <a:t>Transparencia</a:t>
            </a:r>
            <a:r>
              <a:rPr lang="en-US" sz="2600" dirty="0"/>
              <a:t> y </a:t>
            </a:r>
            <a:r>
              <a:rPr lang="en-US" sz="2600" err="1"/>
              <a:t>explicación</a:t>
            </a:r>
            <a:endParaRPr lang="en-US" sz="2600"/>
          </a:p>
          <a:p>
            <a:pPr marL="565150" indent="-51435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600" err="1"/>
              <a:t>Privacidad</a:t>
            </a:r>
            <a:endParaRPr lang="en-US" sz="2600"/>
          </a:p>
          <a:p>
            <a:pPr marL="565150" indent="-51435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600" dirty="0">
                <a:latin typeface="Calibri"/>
                <a:cs typeface="Calibri"/>
              </a:rPr>
              <a:t>Control </a:t>
            </a:r>
            <a:r>
              <a:rPr lang="en-US" sz="2600" dirty="0" err="1">
                <a:latin typeface="Calibri"/>
                <a:cs typeface="Calibri"/>
              </a:rPr>
              <a:t>humano</a:t>
            </a:r>
            <a:r>
              <a:rPr lang="en-US" sz="2600" dirty="0">
                <a:latin typeface="Calibri"/>
                <a:cs typeface="Calibri"/>
              </a:rPr>
              <a:t> de las </a:t>
            </a:r>
            <a:r>
              <a:rPr lang="en-US" sz="2600" dirty="0" err="1">
                <a:latin typeface="Calibri"/>
                <a:cs typeface="Calibri"/>
              </a:rPr>
              <a:t>decisiones</a:t>
            </a:r>
            <a:r>
              <a:rPr lang="en-US" sz="2600" dirty="0">
                <a:latin typeface="Calibri"/>
                <a:cs typeface="Calibri"/>
              </a:rPr>
              <a:t> </a:t>
            </a:r>
            <a:r>
              <a:rPr lang="en-US" sz="2600" dirty="0" err="1">
                <a:latin typeface="Calibri"/>
                <a:cs typeface="Calibri"/>
              </a:rPr>
              <a:t>propias</a:t>
            </a:r>
            <a:r>
              <a:rPr lang="en-US" sz="2600" dirty="0">
                <a:latin typeface="Calibri"/>
                <a:cs typeface="Calibri"/>
              </a:rPr>
              <a:t> </a:t>
            </a:r>
            <a:r>
              <a:rPr lang="en-US" sz="2600" dirty="0" err="1">
                <a:latin typeface="Calibri"/>
                <a:cs typeface="Calibri"/>
              </a:rPr>
              <a:t>deun</a:t>
            </a:r>
            <a:r>
              <a:rPr lang="en-US" sz="2600" dirty="0">
                <a:latin typeface="Calibri"/>
                <a:cs typeface="Calibri"/>
              </a:rPr>
              <a:t> </a:t>
            </a:r>
            <a:r>
              <a:rPr lang="en-US" sz="2600" dirty="0" err="1">
                <a:latin typeface="Calibri"/>
                <a:cs typeface="Calibri"/>
              </a:rPr>
              <a:t>sistema</a:t>
            </a:r>
            <a:r>
              <a:rPr lang="en-US" sz="2600" dirty="0">
                <a:latin typeface="Calibri"/>
                <a:cs typeface="Calibri"/>
              </a:rPr>
              <a:t> de </a:t>
            </a:r>
            <a:r>
              <a:rPr lang="en-US" sz="2600" dirty="0" err="1">
                <a:latin typeface="Calibri"/>
                <a:cs typeface="Calibri"/>
              </a:rPr>
              <a:t>inteligencia</a:t>
            </a:r>
            <a:r>
              <a:rPr lang="en-US" sz="2600" dirty="0">
                <a:latin typeface="Calibri"/>
                <a:cs typeface="Calibri"/>
              </a:rPr>
              <a:t> artificial</a:t>
            </a:r>
          </a:p>
          <a:p>
            <a:pPr marL="565150" indent="-51435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600" dirty="0"/>
              <a:t>Seguridad</a:t>
            </a:r>
          </a:p>
          <a:p>
            <a:pPr marL="565150" indent="-51435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600" err="1"/>
              <a:t>Responsabilidad</a:t>
            </a:r>
            <a:endParaRPr lang="en-US" sz="2600"/>
          </a:p>
          <a:p>
            <a:pPr marL="565150" indent="-51435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600" dirty="0"/>
              <a:t>No </a:t>
            </a:r>
            <a:r>
              <a:rPr lang="en-US" sz="2600" err="1"/>
              <a:t>discriminación</a:t>
            </a:r>
            <a:endParaRPr lang="en-US" sz="2600"/>
          </a:p>
          <a:p>
            <a:pPr marL="565150" indent="-51435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600" err="1"/>
              <a:t>Inclusión</a:t>
            </a:r>
            <a:endParaRPr lang="en-US" sz="2600"/>
          </a:p>
          <a:p>
            <a:pPr marL="565150" indent="-51435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600" dirty="0" err="1">
                <a:latin typeface="Calibri"/>
                <a:cs typeface="Calibri"/>
              </a:rPr>
              <a:t>Prevalencia</a:t>
            </a:r>
            <a:r>
              <a:rPr lang="en-US" sz="2600" dirty="0">
                <a:latin typeface="Calibri"/>
                <a:cs typeface="Calibri"/>
              </a:rPr>
              <a:t> de derechos de </a:t>
            </a:r>
            <a:r>
              <a:rPr lang="en-US" sz="2600" dirty="0" err="1">
                <a:latin typeface="Calibri"/>
                <a:cs typeface="Calibri"/>
              </a:rPr>
              <a:t>niños</a:t>
            </a:r>
            <a:r>
              <a:rPr lang="en-US" sz="2600" dirty="0">
                <a:latin typeface="Calibri"/>
                <a:cs typeface="Calibri"/>
              </a:rPr>
              <a:t>, </a:t>
            </a:r>
            <a:r>
              <a:rPr lang="en-US" sz="2600" dirty="0" err="1">
                <a:latin typeface="Calibri"/>
                <a:cs typeface="Calibri"/>
              </a:rPr>
              <a:t>niñas</a:t>
            </a:r>
            <a:r>
              <a:rPr lang="en-US" sz="2600" dirty="0">
                <a:latin typeface="Calibri"/>
                <a:cs typeface="Calibri"/>
              </a:rPr>
              <a:t> y </a:t>
            </a:r>
            <a:r>
              <a:rPr lang="en-US" sz="2600" dirty="0" err="1">
                <a:latin typeface="Calibri"/>
                <a:cs typeface="Calibri"/>
              </a:rPr>
              <a:t>adolescentes</a:t>
            </a:r>
          </a:p>
          <a:p>
            <a:pPr marL="565150" indent="-51435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600" err="1"/>
              <a:t>Beneficio</a:t>
            </a:r>
            <a:r>
              <a:rPr lang="en-US" sz="2600" dirty="0"/>
              <a:t> social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D0098-1E02-113A-8B52-43EC2972B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618" y="1959428"/>
            <a:ext cx="3412763" cy="423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94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0299-EA08-A030-3AD3-87751A75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/>
              <a:t>Principios del Centro de Inteligencia artificial en salud para américa latina y el caribe - CLIAS  </a:t>
            </a:r>
            <a:endParaRPr lang="en-US"/>
          </a:p>
        </p:txBody>
      </p:sp>
      <p:pic>
        <p:nvPicPr>
          <p:cNvPr id="4" name="Picture 3" descr="A blue and white card with text&#10;&#10;Description automatically generated">
            <a:extLst>
              <a:ext uri="{FF2B5EF4-FFF2-40B4-BE49-F238E27FC236}">
                <a16:creationId xmlns:a16="http://schemas.microsoft.com/office/drawing/2014/main" id="{BC161797-7A2F-E34F-6D8C-2E76F6170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952" y="1696183"/>
            <a:ext cx="3429000" cy="4867275"/>
          </a:xfrm>
          <a:prstGeom prst="rect">
            <a:avLst/>
          </a:prstGeom>
        </p:spPr>
      </p:pic>
      <p:pic>
        <p:nvPicPr>
          <p:cNvPr id="5" name="Picture 4" descr="A blue and white diagram with white text&#10;&#10;Description automatically generated">
            <a:extLst>
              <a:ext uri="{FF2B5EF4-FFF2-40B4-BE49-F238E27FC236}">
                <a16:creationId xmlns:a16="http://schemas.microsoft.com/office/drawing/2014/main" id="{B3026D71-9CFE-89DC-6182-204A5118B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443" y="1712057"/>
            <a:ext cx="556260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02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BC9C7-995B-9526-72B3-1EA83EC8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>
                <a:latin typeface="Calibri"/>
                <a:ea typeface="Calibri"/>
                <a:cs typeface="Calibri"/>
              </a:rPr>
              <a:t>Principios del Centro de </a:t>
            </a:r>
            <a:r>
              <a:rPr lang="en-US" b="0" dirty="0" err="1">
                <a:latin typeface="Calibri"/>
                <a:ea typeface="Calibri"/>
                <a:cs typeface="Calibri"/>
              </a:rPr>
              <a:t>Inteligencia</a:t>
            </a:r>
            <a:r>
              <a:rPr lang="en-US" b="0" dirty="0">
                <a:latin typeface="Calibri"/>
                <a:ea typeface="Calibri"/>
                <a:cs typeface="Calibri"/>
              </a:rPr>
              <a:t> artificial </a:t>
            </a:r>
            <a:r>
              <a:rPr lang="en-US" b="0" dirty="0" err="1">
                <a:latin typeface="Calibri"/>
                <a:ea typeface="Calibri"/>
                <a:cs typeface="Calibri"/>
              </a:rPr>
              <a:t>en</a:t>
            </a:r>
            <a:r>
              <a:rPr lang="en-US" b="0" dirty="0">
                <a:latin typeface="Calibri"/>
                <a:ea typeface="Calibri"/>
                <a:cs typeface="Calibri"/>
              </a:rPr>
              <a:t> </a:t>
            </a:r>
            <a:r>
              <a:rPr lang="en-US" b="0" dirty="0" err="1">
                <a:latin typeface="Calibri"/>
                <a:ea typeface="Calibri"/>
                <a:cs typeface="Calibri"/>
              </a:rPr>
              <a:t>salud</a:t>
            </a:r>
            <a:r>
              <a:rPr lang="en-US" b="0" dirty="0">
                <a:latin typeface="Calibri"/>
                <a:ea typeface="Calibri"/>
                <a:cs typeface="Calibri"/>
              </a:rPr>
              <a:t> para </a:t>
            </a:r>
            <a:r>
              <a:rPr lang="en-US" b="0" dirty="0" err="1">
                <a:latin typeface="Calibri"/>
                <a:ea typeface="Calibri"/>
                <a:cs typeface="Calibri"/>
              </a:rPr>
              <a:t>américa</a:t>
            </a:r>
            <a:r>
              <a:rPr lang="en-US" b="0" dirty="0">
                <a:latin typeface="Calibri"/>
                <a:ea typeface="Calibri"/>
                <a:cs typeface="Calibri"/>
              </a:rPr>
              <a:t> </a:t>
            </a:r>
            <a:r>
              <a:rPr lang="en-US" b="0" dirty="0" err="1">
                <a:latin typeface="Calibri"/>
                <a:ea typeface="Calibri"/>
                <a:cs typeface="Calibri"/>
              </a:rPr>
              <a:t>latina</a:t>
            </a:r>
            <a:r>
              <a:rPr lang="en-US" b="0" dirty="0">
                <a:latin typeface="Calibri"/>
                <a:ea typeface="Calibri"/>
                <a:cs typeface="Calibri"/>
              </a:rPr>
              <a:t> y </a:t>
            </a:r>
            <a:r>
              <a:rPr lang="en-US" b="0" dirty="0" err="1">
                <a:latin typeface="Calibri"/>
                <a:ea typeface="Calibri"/>
                <a:cs typeface="Calibri"/>
              </a:rPr>
              <a:t>el</a:t>
            </a:r>
            <a:r>
              <a:rPr lang="en-US" b="0" dirty="0">
                <a:latin typeface="Calibri"/>
                <a:ea typeface="Calibri"/>
                <a:cs typeface="Calibri"/>
              </a:rPr>
              <a:t> caribe - CLIAS  </a:t>
            </a:r>
            <a:endParaRPr lang="en-US" dirty="0"/>
          </a:p>
        </p:txBody>
      </p:sp>
      <p:pic>
        <p:nvPicPr>
          <p:cNvPr id="4" name="Google Shape;219;g1f0b133fc3f_2_47">
            <a:extLst>
              <a:ext uri="{FF2B5EF4-FFF2-40B4-BE49-F238E27FC236}">
                <a16:creationId xmlns:a16="http://schemas.microsoft.com/office/drawing/2014/main" id="{E706B9D4-1160-1DA9-FC91-0C6CB23FFB8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175" y="1820375"/>
            <a:ext cx="3433946" cy="486237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20;g1f0b133fc3f_2_47">
            <a:extLst>
              <a:ext uri="{FF2B5EF4-FFF2-40B4-BE49-F238E27FC236}">
                <a16:creationId xmlns:a16="http://schemas.microsoft.com/office/drawing/2014/main" id="{B4777508-2134-29D1-B271-869AE301A2AE}"/>
              </a:ext>
            </a:extLst>
          </p:cNvPr>
          <p:cNvSpPr txBox="1"/>
          <p:nvPr/>
        </p:nvSpPr>
        <p:spPr>
          <a:xfrm>
            <a:off x="4467975" y="1690825"/>
            <a:ext cx="7373100" cy="49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Selección del problema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Beneficios vs riesgos; Implicaciones ética y jurídicas; Datos abiertos vs privacidad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y diseño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Adopción, pero adaptación; Gobernanza, permitir escrutinio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y validación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Sesgos, Protección y privacidad, confianza usuarios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 e implementación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Operación y monitoreo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Evaluación en el tiempo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3300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701EE-EC74-5A3C-6127-C3B19E17F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517236"/>
            <a:ext cx="10515600" cy="1719260"/>
          </a:xfrm>
        </p:spPr>
        <p:txBody>
          <a:bodyPr/>
          <a:lstStyle/>
          <a:p>
            <a:r>
              <a:rPr lang="es-CO" dirty="0"/>
              <a:t>Etica en ciencia de datos en salud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82A358-A8F5-81A4-CC4F-EDE512CCE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Ever Augusto Torres Silva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1497B04-2366-1878-6794-A737BCE812BF}"/>
              </a:ext>
            </a:extLst>
          </p:cNvPr>
          <p:cNvSpPr txBox="1">
            <a:spLocks/>
          </p:cNvSpPr>
          <p:nvPr/>
        </p:nvSpPr>
        <p:spPr bwMode="auto">
          <a:xfrm>
            <a:off x="844549" y="2870205"/>
            <a:ext cx="10515600" cy="1719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r>
              <a:rPr lang="es-CO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rPr>
              <a:t>Estándares para reporte y evaluación 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Principios</a:t>
            </a:r>
            <a:r>
              <a:rPr lang="en-US" dirty="0"/>
              <a:t> FAIR</a:t>
            </a:r>
            <a:endParaRPr dirty="0"/>
          </a:p>
        </p:txBody>
      </p:sp>
      <p:pic>
        <p:nvPicPr>
          <p:cNvPr id="1026" name="Picture 2" descr="article photo">
            <a:extLst>
              <a:ext uri="{FF2B5EF4-FFF2-40B4-BE49-F238E27FC236}">
                <a16:creationId xmlns:a16="http://schemas.microsoft.com/office/drawing/2014/main" id="{146B24D9-0DD0-E349-5C59-148D4726B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081" y="1839806"/>
            <a:ext cx="8429838" cy="421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18D643-E896-3313-F930-CF0D2CD2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Findable (F)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4740FC-E378-F149-1C61-D80A92E66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/>
              <a:t>F1 – Meta(datos) son asignados unívocamente y con un identificador persistente.</a:t>
            </a:r>
          </a:p>
          <a:p>
            <a:endParaRPr lang="es-CO" dirty="0"/>
          </a:p>
          <a:p>
            <a:r>
              <a:rPr lang="es-CO" dirty="0"/>
              <a:t>F2 – Datos están descritos con metadatos enriquecidos</a:t>
            </a:r>
          </a:p>
          <a:p>
            <a:endParaRPr lang="es-CO" dirty="0"/>
          </a:p>
          <a:p>
            <a:r>
              <a:rPr lang="es-CO" dirty="0">
                <a:latin typeface="Calibri"/>
                <a:cs typeface="Calibri"/>
              </a:rPr>
              <a:t>F3 – Meta(datos) clara y explícitamente incluye el identificador de la data que muestra. </a:t>
            </a:r>
            <a:endParaRPr lang="es-CO" dirty="0"/>
          </a:p>
          <a:p>
            <a:endParaRPr lang="es-CO" dirty="0"/>
          </a:p>
          <a:p>
            <a:r>
              <a:rPr lang="es-CO" dirty="0"/>
              <a:t>F4 – Meta(datos) están registrados o indexados en un recurso </a:t>
            </a:r>
            <a:r>
              <a:rPr lang="es-CO" dirty="0" err="1"/>
              <a:t>buscable</a:t>
            </a:r>
            <a:endParaRPr lang="es-CO" dirty="0"/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45701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18D643-E896-3313-F930-CF0D2CD2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Accesible (A)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4740FC-E378-F149-1C61-D80A92E66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/>
              <a:t>A1 – Meta(datos) son recuperables por su identificador usando un protocolo de comunicación estandarizado</a:t>
            </a:r>
          </a:p>
          <a:p>
            <a:r>
              <a:rPr lang="es-CO" dirty="0"/>
              <a:t>	A1.1 – El protocolo es abierto, gratis y universalmente implementable</a:t>
            </a:r>
          </a:p>
          <a:p>
            <a:r>
              <a:rPr lang="es-CO" dirty="0"/>
              <a:t>	A1.2 – Protocolo permite procedimientos de autenticación, autorización.</a:t>
            </a:r>
          </a:p>
          <a:p>
            <a:endParaRPr lang="es-CO" dirty="0"/>
          </a:p>
          <a:p>
            <a:r>
              <a:rPr lang="es-CO" dirty="0"/>
              <a:t>A2 – Los </a:t>
            </a:r>
            <a:r>
              <a:rPr lang="es-CO" dirty="0" err="1"/>
              <a:t>metadados</a:t>
            </a:r>
            <a:r>
              <a:rPr lang="es-CO" dirty="0"/>
              <a:t> son accesibles incluso cuando los datos no están disponibles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18886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9DAD1-717F-4E33-7EB5-42C5AA856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Interoperable (I)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27C8E-9313-5852-3C5C-D1FC19EE8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I1 – Meta(datos) usa un lenguaje formal, accesible y ampliamente aplicable para la representación del conocimiento. </a:t>
            </a:r>
          </a:p>
          <a:p>
            <a:endParaRPr lang="es-CO" dirty="0"/>
          </a:p>
          <a:p>
            <a:r>
              <a:rPr lang="es-CO" dirty="0"/>
              <a:t>I2 – Los meta(Datos) usan vocabularios que siguen los principios FAIR</a:t>
            </a:r>
          </a:p>
          <a:p>
            <a:endParaRPr lang="es-CO" dirty="0"/>
          </a:p>
          <a:p>
            <a:r>
              <a:rPr lang="es-CO" dirty="0"/>
              <a:t>I3 – Los meta(Datos) incluyen referencias calificadas a otros meta(Datos) </a:t>
            </a:r>
          </a:p>
        </p:txBody>
      </p:sp>
    </p:spTree>
    <p:extLst>
      <p:ext uri="{BB962C8B-B14F-4D97-AF65-F5344CB8AC3E}">
        <p14:creationId xmlns:p14="http://schemas.microsoft.com/office/powerpoint/2010/main" val="1500502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D431C-4ABC-A4CD-4669-B6E715C77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Reusable (R)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ABF3E0-BB84-E37E-93F3-CC383FA94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R1 – Los meta(Datos) Están descritos con atributos relevantes y plurales</a:t>
            </a:r>
          </a:p>
          <a:p>
            <a:r>
              <a:rPr lang="es-CO" dirty="0"/>
              <a:t>	R1.2</a:t>
            </a:r>
          </a:p>
          <a:p>
            <a:r>
              <a:rPr lang="es-CO" dirty="0"/>
              <a:t>	R1.3 Los meta(Datos) pertenecen a una comunidad expertos del dominio</a:t>
            </a:r>
          </a:p>
          <a:p>
            <a:endParaRPr lang="es-CO" dirty="0"/>
          </a:p>
          <a:p>
            <a:endParaRPr lang="es-CO" dirty="0"/>
          </a:p>
          <a:p>
            <a:r>
              <a:rPr lang="es-CO" dirty="0"/>
              <a:t>R2 – Los meta(Datos) están liberados con una licencia clara y accesible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08303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B7BE-C64B-61D7-A592-F5A3E009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Sesgo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en</a:t>
            </a:r>
            <a:r>
              <a:rPr lang="en-US" dirty="0">
                <a:latin typeface="Calibri"/>
                <a:cs typeface="Calibri"/>
              </a:rPr>
              <a:t> ML: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7CB51-46E7-4C61-098E-5854EB932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har char="•"/>
            </a:pPr>
            <a:r>
              <a:rPr lang="en-US" dirty="0" err="1">
                <a:latin typeface="Calibri"/>
                <a:cs typeface="Calibri"/>
              </a:rPr>
              <a:t>Desbalance</a:t>
            </a:r>
            <a:r>
              <a:rPr lang="en-US" dirty="0">
                <a:latin typeface="Calibri"/>
                <a:cs typeface="Calibri"/>
              </a:rPr>
              <a:t> de </a:t>
            </a:r>
            <a:r>
              <a:rPr lang="en-US" dirty="0" err="1">
                <a:latin typeface="Calibri"/>
                <a:cs typeface="Calibri"/>
              </a:rPr>
              <a:t>datos</a:t>
            </a:r>
            <a:endParaRPr lang="en-US">
              <a:latin typeface="Calibri"/>
              <a:cs typeface="Calibri"/>
            </a:endParaRPr>
          </a:p>
          <a:p>
            <a:pPr marL="457200" indent="-457200">
              <a:buChar char="•"/>
            </a:pPr>
            <a:r>
              <a:rPr lang="en-US" dirty="0" err="1">
                <a:latin typeface="Calibri"/>
                <a:cs typeface="Calibri"/>
              </a:rPr>
              <a:t>Perpetuación</a:t>
            </a:r>
            <a:r>
              <a:rPr lang="en-US" dirty="0">
                <a:latin typeface="Calibri"/>
                <a:cs typeface="Calibri"/>
              </a:rPr>
              <a:t> de </a:t>
            </a:r>
            <a:r>
              <a:rPr lang="en-US" dirty="0" err="1">
                <a:latin typeface="Calibri"/>
                <a:cs typeface="Calibri"/>
              </a:rPr>
              <a:t>patrones</a:t>
            </a:r>
            <a:endParaRPr lang="en-US">
              <a:latin typeface="Calibri"/>
              <a:cs typeface="Calibri"/>
            </a:endParaRPr>
          </a:p>
          <a:p>
            <a:pPr marL="457200" indent="-457200">
              <a:buChar char="•"/>
            </a:pPr>
            <a:r>
              <a:rPr lang="en-US" dirty="0" err="1">
                <a:latin typeface="Calibri"/>
                <a:cs typeface="Calibri"/>
              </a:rPr>
              <a:t>Correlación</a:t>
            </a:r>
            <a:r>
              <a:rPr lang="en-US" dirty="0">
                <a:latin typeface="Calibri"/>
                <a:cs typeface="Calibri"/>
              </a:rPr>
              <a:t> de </a:t>
            </a:r>
            <a:r>
              <a:rPr lang="en-US" dirty="0" err="1">
                <a:latin typeface="Calibri"/>
                <a:cs typeface="Calibri"/>
              </a:rPr>
              <a:t>información</a:t>
            </a:r>
            <a:endParaRPr lang="en-US">
              <a:latin typeface="Calibri"/>
              <a:cs typeface="Calibri"/>
            </a:endParaRPr>
          </a:p>
          <a:p>
            <a:pPr marL="457200" indent="-457200">
              <a:buChar char="•"/>
            </a:pPr>
            <a:r>
              <a:rPr lang="en-US" dirty="0" err="1">
                <a:latin typeface="Calibri"/>
                <a:cs typeface="Calibri"/>
              </a:rPr>
              <a:t>Omisión</a:t>
            </a:r>
            <a:r>
              <a:rPr lang="en-US" dirty="0">
                <a:latin typeface="Calibri"/>
                <a:cs typeface="Calibri"/>
              </a:rPr>
              <a:t> de </a:t>
            </a:r>
            <a:r>
              <a:rPr lang="en-US" dirty="0" err="1">
                <a:latin typeface="Calibri"/>
                <a:cs typeface="Calibri"/>
              </a:rPr>
              <a:t>datos</a:t>
            </a:r>
            <a:endParaRPr lang="en-US">
              <a:latin typeface="Calibri"/>
              <a:cs typeface="Calibri"/>
            </a:endParaRPr>
          </a:p>
          <a:p>
            <a:pPr marL="457200" indent="-457200">
              <a:buChar char="•"/>
            </a:pPr>
            <a:r>
              <a:rPr lang="en-US" dirty="0">
                <a:latin typeface="Calibri"/>
                <a:cs typeface="Calibri"/>
              </a:rPr>
              <a:t>Compensación manual de </a:t>
            </a:r>
            <a:r>
              <a:rPr lang="en-US" dirty="0" err="1">
                <a:latin typeface="Calibri"/>
                <a:cs typeface="Calibri"/>
              </a:rPr>
              <a:t>sesgo</a:t>
            </a:r>
            <a:endParaRPr lang="en-US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0480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ED2C3-8F05-BDFA-919B-776FBF82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>
                <a:latin typeface="Calibri"/>
                <a:ea typeface="Calibri"/>
                <a:cs typeface="Calibri"/>
              </a:rPr>
              <a:t>PROBAST </a:t>
            </a:r>
            <a:r>
              <a:rPr lang="es-CO" b="0" dirty="0">
                <a:latin typeface="Calibri"/>
                <a:ea typeface="Calibri"/>
                <a:cs typeface="Calibri"/>
              </a:rPr>
              <a:t>(</a:t>
            </a:r>
            <a:r>
              <a:rPr lang="es-CO" b="0" dirty="0" err="1">
                <a:latin typeface="Calibri"/>
                <a:ea typeface="Calibri"/>
                <a:cs typeface="Calibri"/>
              </a:rPr>
              <a:t>Prediction</a:t>
            </a:r>
            <a:r>
              <a:rPr lang="es-CO" b="0" dirty="0">
                <a:latin typeface="Calibri"/>
                <a:ea typeface="Calibri"/>
                <a:cs typeface="Calibri"/>
              </a:rPr>
              <a:t> </a:t>
            </a:r>
            <a:r>
              <a:rPr lang="es-CO" b="0" dirty="0" err="1">
                <a:latin typeface="Calibri"/>
                <a:ea typeface="Calibri"/>
                <a:cs typeface="Calibri"/>
              </a:rPr>
              <a:t>model</a:t>
            </a:r>
            <a:r>
              <a:rPr lang="es-CO" b="0" dirty="0">
                <a:latin typeface="Calibri"/>
                <a:ea typeface="Calibri"/>
                <a:cs typeface="Calibri"/>
              </a:rPr>
              <a:t> </a:t>
            </a:r>
            <a:r>
              <a:rPr lang="es-CO" b="0" dirty="0" err="1">
                <a:latin typeface="Calibri"/>
                <a:ea typeface="Calibri"/>
                <a:cs typeface="Calibri"/>
              </a:rPr>
              <a:t>Risk</a:t>
            </a:r>
            <a:r>
              <a:rPr lang="es-CO" b="0" dirty="0">
                <a:latin typeface="Calibri"/>
                <a:ea typeface="Calibri"/>
                <a:cs typeface="Calibri"/>
              </a:rPr>
              <a:t> </a:t>
            </a:r>
            <a:r>
              <a:rPr lang="es-CO" b="0" dirty="0" err="1">
                <a:latin typeface="Calibri"/>
                <a:ea typeface="Calibri"/>
                <a:cs typeface="Calibri"/>
              </a:rPr>
              <a:t>Of</a:t>
            </a:r>
            <a:r>
              <a:rPr lang="es-CO" b="0" dirty="0">
                <a:latin typeface="Calibri"/>
                <a:ea typeface="Calibri"/>
                <a:cs typeface="Calibri"/>
              </a:rPr>
              <a:t> </a:t>
            </a:r>
            <a:r>
              <a:rPr lang="es-CO" b="0" dirty="0" err="1">
                <a:latin typeface="Calibri"/>
                <a:ea typeface="Calibri"/>
                <a:cs typeface="Calibri"/>
              </a:rPr>
              <a:t>Bias</a:t>
            </a:r>
            <a:r>
              <a:rPr lang="es-CO" b="0" dirty="0">
                <a:latin typeface="Calibri"/>
                <a:ea typeface="Calibri"/>
                <a:cs typeface="Calibri"/>
              </a:rPr>
              <a:t> </a:t>
            </a:r>
            <a:r>
              <a:rPr lang="es-CO" b="0" dirty="0" err="1">
                <a:latin typeface="Calibri"/>
                <a:ea typeface="Calibri"/>
                <a:cs typeface="Calibri"/>
              </a:rPr>
              <a:t>ASsessment</a:t>
            </a:r>
            <a:r>
              <a:rPr lang="es-CO" b="0" dirty="0">
                <a:latin typeface="Calibri"/>
                <a:ea typeface="Calibri"/>
                <a:cs typeface="Calibri"/>
              </a:rPr>
              <a:t> Tool)</a:t>
            </a:r>
            <a:endParaRPr lang="es-CO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107E6-1CE6-EBC7-D23A-E653D9BD3849}"/>
              </a:ext>
            </a:extLst>
          </p:cNvPr>
          <p:cNvSpPr txBox="1"/>
          <p:nvPr/>
        </p:nvSpPr>
        <p:spPr>
          <a:xfrm>
            <a:off x="1691450" y="6004169"/>
            <a:ext cx="609879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/>
              <a:t>Wolff RF, Moons KGM, Riley RD, Whiting PF, Westwood M, Collins GS, Reitsma JB, Kleijnen J, Mallett S; PROBAST Group†. PROBAST: A Tool to Assess the Risk of Bias and Applicability of Prediction Model Studies. Ann Intern Med. 2019 Jan 1;170(1):51-58. doi: 10.7326/M18-1376. PMID: 30596875. </a:t>
            </a:r>
          </a:p>
        </p:txBody>
      </p:sp>
      <p:sp>
        <p:nvSpPr>
          <p:cNvPr id="6" name="Google Shape;182;g1f0b133fc3f_2_4">
            <a:extLst>
              <a:ext uri="{FF2B5EF4-FFF2-40B4-BE49-F238E27FC236}">
                <a16:creationId xmlns:a16="http://schemas.microsoft.com/office/drawing/2014/main" id="{6527DF9C-6413-AB46-AD21-3822048474C5}"/>
              </a:ext>
            </a:extLst>
          </p:cNvPr>
          <p:cNvSpPr/>
          <p:nvPr/>
        </p:nvSpPr>
        <p:spPr>
          <a:xfrm>
            <a:off x="741437" y="2826906"/>
            <a:ext cx="2522212" cy="1585318"/>
          </a:xfrm>
          <a:prstGeom prst="flowChartProcess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dirty="0">
                <a:solidFill>
                  <a:srgbClr val="0E2841"/>
                </a:solidFill>
                <a:latin typeface="Lato"/>
                <a:ea typeface="Lato"/>
                <a:cs typeface="Lato"/>
              </a:rPr>
              <a:t>Participants</a:t>
            </a:r>
          </a:p>
        </p:txBody>
      </p:sp>
      <p:sp>
        <p:nvSpPr>
          <p:cNvPr id="8" name="Google Shape;183;g1f0b133fc3f_2_4">
            <a:extLst>
              <a:ext uri="{FF2B5EF4-FFF2-40B4-BE49-F238E27FC236}">
                <a16:creationId xmlns:a16="http://schemas.microsoft.com/office/drawing/2014/main" id="{132C979D-E1D3-B036-2AEC-672D8701F599}"/>
              </a:ext>
            </a:extLst>
          </p:cNvPr>
          <p:cNvSpPr/>
          <p:nvPr/>
        </p:nvSpPr>
        <p:spPr>
          <a:xfrm>
            <a:off x="3330575" y="2826906"/>
            <a:ext cx="2522212" cy="1585318"/>
          </a:xfrm>
          <a:prstGeom prst="flowChartProcess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dirty="0">
                <a:solidFill>
                  <a:srgbClr val="0E2841"/>
                </a:solidFill>
                <a:latin typeface="Lato"/>
                <a:ea typeface="Lato"/>
                <a:cs typeface="Lato"/>
              </a:rPr>
              <a:t>Predictors</a:t>
            </a:r>
          </a:p>
        </p:txBody>
      </p:sp>
      <p:sp>
        <p:nvSpPr>
          <p:cNvPr id="11" name="Google Shape;182;g1f0b133fc3f_2_4">
            <a:extLst>
              <a:ext uri="{FF2B5EF4-FFF2-40B4-BE49-F238E27FC236}">
                <a16:creationId xmlns:a16="http://schemas.microsoft.com/office/drawing/2014/main" id="{FA354854-BF55-0D9C-E159-0376D11856CA}"/>
              </a:ext>
            </a:extLst>
          </p:cNvPr>
          <p:cNvSpPr/>
          <p:nvPr/>
        </p:nvSpPr>
        <p:spPr>
          <a:xfrm>
            <a:off x="5928898" y="2826905"/>
            <a:ext cx="2522212" cy="1585318"/>
          </a:xfrm>
          <a:prstGeom prst="flowChartProcess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dirty="0">
                <a:solidFill>
                  <a:srgbClr val="0E2841"/>
                </a:solidFill>
                <a:latin typeface="Lato"/>
                <a:ea typeface="Lato"/>
                <a:cs typeface="Lato"/>
                <a:sym typeface="Lato"/>
              </a:rPr>
              <a:t>Outcome</a:t>
            </a:r>
            <a:endParaRPr lang="en-US" dirty="0"/>
          </a:p>
        </p:txBody>
      </p:sp>
      <p:sp>
        <p:nvSpPr>
          <p:cNvPr id="12" name="Google Shape;183;g1f0b133fc3f_2_4">
            <a:extLst>
              <a:ext uri="{FF2B5EF4-FFF2-40B4-BE49-F238E27FC236}">
                <a16:creationId xmlns:a16="http://schemas.microsoft.com/office/drawing/2014/main" id="{C83E0364-81C5-E99B-2E3B-6C41249FD9C1}"/>
              </a:ext>
            </a:extLst>
          </p:cNvPr>
          <p:cNvSpPr/>
          <p:nvPr/>
        </p:nvSpPr>
        <p:spPr>
          <a:xfrm>
            <a:off x="8518036" y="2826905"/>
            <a:ext cx="2522212" cy="1585318"/>
          </a:xfrm>
          <a:prstGeom prst="flowChartProcess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dirty="0">
                <a:solidFill>
                  <a:srgbClr val="0E2841"/>
                </a:solidFill>
                <a:latin typeface="Lato"/>
                <a:ea typeface="Lato"/>
                <a:cs typeface="Lato"/>
                <a:sym typeface="Lato"/>
              </a:rPr>
              <a:t>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110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6151C-112D-3CE3-2104-95A493E58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PROBAST: Pasos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A1B28-EE1F-BCD3-3872-B5BD8C154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Paso 1: </a:t>
            </a:r>
            <a:r>
              <a:rPr lang="en-US" dirty="0" err="1">
                <a:latin typeface="Calibri"/>
                <a:ea typeface="Calibri"/>
                <a:cs typeface="Calibri"/>
              </a:rPr>
              <a:t>Especifique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su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pregunta</a:t>
            </a:r>
            <a:r>
              <a:rPr lang="en-US" dirty="0">
                <a:latin typeface="Calibri"/>
                <a:ea typeface="Calibri"/>
                <a:cs typeface="Calibri"/>
              </a:rPr>
              <a:t> de </a:t>
            </a:r>
            <a:r>
              <a:rPr lang="en-US" dirty="0" err="1">
                <a:latin typeface="Calibri"/>
                <a:ea typeface="Calibri"/>
                <a:cs typeface="Calibri"/>
              </a:rPr>
              <a:t>revisión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sistemática</a:t>
            </a:r>
          </a:p>
          <a:p>
            <a:pPr marL="514350" indent="-514350"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Paso 2: </a:t>
            </a:r>
            <a:r>
              <a:rPr lang="en-US" dirty="0" err="1">
                <a:latin typeface="Calibri"/>
                <a:ea typeface="Calibri"/>
                <a:cs typeface="Calibri"/>
              </a:rPr>
              <a:t>clasificar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el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tipo</a:t>
            </a:r>
            <a:r>
              <a:rPr lang="en-US" dirty="0">
                <a:latin typeface="Calibri"/>
                <a:ea typeface="Calibri"/>
                <a:cs typeface="Calibri"/>
              </a:rPr>
              <a:t> de </a:t>
            </a:r>
            <a:r>
              <a:rPr lang="en-US" dirty="0" err="1">
                <a:latin typeface="Calibri"/>
                <a:ea typeface="Calibri"/>
                <a:cs typeface="Calibri"/>
              </a:rPr>
              <a:t>evaluación</a:t>
            </a:r>
            <a:r>
              <a:rPr lang="en-US" dirty="0">
                <a:latin typeface="Calibri"/>
                <a:ea typeface="Calibri"/>
                <a:cs typeface="Calibri"/>
              </a:rPr>
              <a:t> del </a:t>
            </a:r>
            <a:r>
              <a:rPr lang="en-US" dirty="0" err="1">
                <a:latin typeface="Calibri"/>
                <a:ea typeface="Calibri"/>
                <a:cs typeface="Calibri"/>
              </a:rPr>
              <a:t>modelo</a:t>
            </a:r>
            <a:r>
              <a:rPr lang="en-US" dirty="0">
                <a:latin typeface="Calibri"/>
                <a:ea typeface="Calibri"/>
                <a:cs typeface="Calibri"/>
              </a:rPr>
              <a:t> de </a:t>
            </a:r>
            <a:r>
              <a:rPr lang="en-US" dirty="0" err="1">
                <a:latin typeface="Calibri"/>
                <a:ea typeface="Calibri"/>
                <a:cs typeface="Calibri"/>
              </a:rPr>
              <a:t>predicción</a:t>
            </a:r>
          </a:p>
          <a:p>
            <a:pPr marL="514350" indent="-514350"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Step 3: Assess risk of bias and applicability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Step 4: Overall assessment</a:t>
            </a:r>
          </a:p>
        </p:txBody>
      </p:sp>
    </p:spTree>
    <p:extLst>
      <p:ext uri="{BB962C8B-B14F-4D97-AF65-F5344CB8AC3E}">
        <p14:creationId xmlns:p14="http://schemas.microsoft.com/office/powerpoint/2010/main" val="2709471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ED2C3-8F05-BDFA-919B-776FBF82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>
                <a:latin typeface="Calibri"/>
                <a:ea typeface="Calibri"/>
                <a:cs typeface="Calibri"/>
              </a:rPr>
              <a:t>PROBAST: </a:t>
            </a:r>
            <a:r>
              <a:rPr lang="es-CO" b="0" dirty="0" err="1">
                <a:latin typeface="Calibri"/>
                <a:ea typeface="Calibri"/>
                <a:cs typeface="Calibri"/>
              </a:rPr>
              <a:t>Participants</a:t>
            </a:r>
            <a:endParaRPr lang="es-CO" dirty="0" err="1"/>
          </a:p>
        </p:txBody>
      </p:sp>
      <p:pic>
        <p:nvPicPr>
          <p:cNvPr id="5" name="Picture 4" descr="A screenshot of a survey&#10;&#10;Description automatically generated">
            <a:extLst>
              <a:ext uri="{FF2B5EF4-FFF2-40B4-BE49-F238E27FC236}">
                <a16:creationId xmlns:a16="http://schemas.microsoft.com/office/drawing/2014/main" id="{107853B4-55FC-3962-1E88-6A54D9356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141" y="1596293"/>
            <a:ext cx="6421640" cy="516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20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ED2C3-8F05-BDFA-919B-776FBF82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>
                <a:latin typeface="Calibri"/>
                <a:ea typeface="Calibri"/>
                <a:cs typeface="Calibri"/>
              </a:rPr>
              <a:t>PROBAST: </a:t>
            </a:r>
            <a:r>
              <a:rPr lang="es-CO" b="0" dirty="0" err="1">
                <a:latin typeface="Calibri"/>
                <a:ea typeface="Calibri"/>
                <a:cs typeface="Calibri"/>
              </a:rPr>
              <a:t>Predictors</a:t>
            </a:r>
            <a:endParaRPr lang="es-CO" dirty="0" err="1"/>
          </a:p>
        </p:txBody>
      </p:sp>
      <p:pic>
        <p:nvPicPr>
          <p:cNvPr id="3" name="Picture 2" descr="A screenshot of a survey&#10;&#10;Description automatically generated">
            <a:extLst>
              <a:ext uri="{FF2B5EF4-FFF2-40B4-BE49-F238E27FC236}">
                <a16:creationId xmlns:a16="http://schemas.microsoft.com/office/drawing/2014/main" id="{519167B9-1944-EDA6-4374-2C0E134CC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758" y="1813536"/>
            <a:ext cx="7159869" cy="487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178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ED2C3-8F05-BDFA-919B-776FBF826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277" y="2972333"/>
            <a:ext cx="2211755" cy="906662"/>
          </a:xfrm>
        </p:spPr>
        <p:txBody>
          <a:bodyPr>
            <a:normAutofit fontScale="90000"/>
          </a:bodyPr>
          <a:lstStyle/>
          <a:p>
            <a:r>
              <a:rPr lang="es-CO" dirty="0">
                <a:latin typeface="Calibri"/>
                <a:ea typeface="Calibri"/>
                <a:cs typeface="Calibri"/>
              </a:rPr>
              <a:t>PROBAST: </a:t>
            </a:r>
            <a:br>
              <a:rPr lang="es-CO" dirty="0">
                <a:latin typeface="Calibri"/>
                <a:ea typeface="Calibri"/>
                <a:cs typeface="Calibri"/>
              </a:rPr>
            </a:br>
            <a:r>
              <a:rPr lang="es-CO" b="0" dirty="0" err="1">
                <a:latin typeface="Calibri"/>
                <a:ea typeface="Calibri"/>
                <a:cs typeface="Calibri"/>
              </a:rPr>
              <a:t>Outcome</a:t>
            </a:r>
            <a:endParaRPr lang="es-CO" dirty="0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2FA27-FC83-8D9C-C7B5-1D25E6C16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534" y="341068"/>
            <a:ext cx="5762625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85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ED2C3-8F05-BDFA-919B-776FBF826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277" y="2972333"/>
            <a:ext cx="2084755" cy="906662"/>
          </a:xfrm>
        </p:spPr>
        <p:txBody>
          <a:bodyPr>
            <a:normAutofit fontScale="90000"/>
          </a:bodyPr>
          <a:lstStyle/>
          <a:p>
            <a:r>
              <a:rPr lang="es-CO" dirty="0">
                <a:latin typeface="Calibri"/>
                <a:ea typeface="Calibri"/>
                <a:cs typeface="Calibri"/>
              </a:rPr>
              <a:t>PROBAST: </a:t>
            </a:r>
            <a:r>
              <a:rPr lang="es-CO" b="0" dirty="0" err="1">
                <a:latin typeface="Calibri"/>
                <a:ea typeface="Calibri"/>
                <a:cs typeface="Calibri"/>
              </a:rPr>
              <a:t>Analysis</a:t>
            </a:r>
            <a:endParaRPr lang="es-CO" dirty="0" err="1"/>
          </a:p>
        </p:txBody>
      </p:sp>
      <p:pic>
        <p:nvPicPr>
          <p:cNvPr id="3" name="Picture 2" descr="A white paper with black text&#10;&#10;Description automatically generated">
            <a:extLst>
              <a:ext uri="{FF2B5EF4-FFF2-40B4-BE49-F238E27FC236}">
                <a16:creationId xmlns:a16="http://schemas.microsoft.com/office/drawing/2014/main" id="{3418A3C5-EF4A-50F5-E0DF-36510BCBF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627" y="0"/>
            <a:ext cx="5128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264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8C0B-BE29-9411-BE4E-16DFDF1C2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CHARMS:</a:t>
            </a:r>
          </a:p>
        </p:txBody>
      </p:sp>
      <p:pic>
        <p:nvPicPr>
          <p:cNvPr id="4" name="Picture 3" descr="A screenshot of a report&#10;&#10;Description automatically generated">
            <a:extLst>
              <a:ext uri="{FF2B5EF4-FFF2-40B4-BE49-F238E27FC236}">
                <a16:creationId xmlns:a16="http://schemas.microsoft.com/office/drawing/2014/main" id="{48BD24DA-A2BB-F3E1-F06F-B9B9DE97D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182" y="410500"/>
            <a:ext cx="6639636" cy="63099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2ED9E7-4AEA-11CB-D207-EA7C8D23E7D7}"/>
              </a:ext>
            </a:extLst>
          </p:cNvPr>
          <p:cNvSpPr txBox="1"/>
          <p:nvPr/>
        </p:nvSpPr>
        <p:spPr>
          <a:xfrm>
            <a:off x="84161" y="1858371"/>
            <a:ext cx="497233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>
                <a:latin typeface="Aptos"/>
              </a:rPr>
              <a:t>CH</a:t>
            </a:r>
            <a:r>
              <a:rPr lang="en-US" sz="2400" dirty="0" err="1">
                <a:latin typeface="Aptos"/>
              </a:rPr>
              <a:t>ecklist</a:t>
            </a:r>
            <a:r>
              <a:rPr lang="en-US" sz="2400" dirty="0">
                <a:latin typeface="Aptos"/>
              </a:rPr>
              <a:t> for critical Appraisal and data extraction for systematic </a:t>
            </a:r>
            <a:r>
              <a:rPr lang="en-US" sz="2400" b="1" dirty="0">
                <a:latin typeface="Aptos"/>
              </a:rPr>
              <a:t>R</a:t>
            </a:r>
            <a:r>
              <a:rPr lang="en-US" sz="2400" dirty="0">
                <a:latin typeface="Aptos"/>
              </a:rPr>
              <a:t>eviews of prediction </a:t>
            </a:r>
            <a:r>
              <a:rPr lang="en-US" sz="2400" b="1" dirty="0">
                <a:latin typeface="Aptos"/>
              </a:rPr>
              <a:t>M</a:t>
            </a:r>
            <a:r>
              <a:rPr lang="en-US" sz="2400" dirty="0">
                <a:latin typeface="Aptos"/>
              </a:rPr>
              <a:t>odelling </a:t>
            </a:r>
            <a:r>
              <a:rPr lang="en-US" sz="2400" b="1" dirty="0">
                <a:latin typeface="Aptos"/>
              </a:rPr>
              <a:t>S</a:t>
            </a:r>
            <a:r>
              <a:rPr lang="en-US" sz="2400" dirty="0">
                <a:latin typeface="Aptos"/>
              </a:rPr>
              <a:t>tudies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CB41D-05D4-0833-1345-64951DFE7300}"/>
              </a:ext>
            </a:extLst>
          </p:cNvPr>
          <p:cNvSpPr txBox="1"/>
          <p:nvPr/>
        </p:nvSpPr>
        <p:spPr>
          <a:xfrm>
            <a:off x="425357" y="5372668"/>
            <a:ext cx="427857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Aptos"/>
              </a:rPr>
              <a:t>Moons KG, de Groot JA, Bouwmeester W, </a:t>
            </a:r>
            <a:r>
              <a:rPr lang="en-US" sz="1200" dirty="0" err="1">
                <a:latin typeface="Aptos"/>
              </a:rPr>
              <a:t>Vergouwe</a:t>
            </a:r>
            <a:r>
              <a:rPr lang="en-US" sz="1200" dirty="0">
                <a:latin typeface="Aptos"/>
              </a:rPr>
              <a:t> Y, Mallett S, Altman DG, Reitsma JB, Collins GS. Critical appraisal and data extraction for systematic reviews of prediction modelling studies: the CHARMS checklist. </a:t>
            </a:r>
            <a:r>
              <a:rPr lang="en-US" sz="1200" dirty="0" err="1">
                <a:latin typeface="Aptos"/>
              </a:rPr>
              <a:t>PLoS</a:t>
            </a:r>
            <a:r>
              <a:rPr lang="en-US" sz="1200" dirty="0">
                <a:latin typeface="Aptos"/>
              </a:rPr>
              <a:t> Med. 2014 Oct 14;11(10):e1001744. </a:t>
            </a:r>
            <a:r>
              <a:rPr lang="en-US" sz="1200" dirty="0" err="1">
                <a:latin typeface="Aptos"/>
              </a:rPr>
              <a:t>doi</a:t>
            </a:r>
            <a:r>
              <a:rPr lang="en-US" sz="1200" dirty="0">
                <a:latin typeface="Aptos"/>
              </a:rPr>
              <a:t>: 10.1371/journal.pmed.1001744. PMID: 25314315; PMCID: PMC4196729.</a:t>
            </a:r>
          </a:p>
        </p:txBody>
      </p:sp>
    </p:spTree>
    <p:extLst>
      <p:ext uri="{BB962C8B-B14F-4D97-AF65-F5344CB8AC3E}">
        <p14:creationId xmlns:p14="http://schemas.microsoft.com/office/powerpoint/2010/main" val="4103065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DF571-804A-4222-91BB-37C4D8785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>
                <a:latin typeface="Calibri"/>
                <a:cs typeface="Calibri"/>
              </a:rPr>
              <a:t>TRIPOD: </a:t>
            </a:r>
            <a:r>
              <a:rPr lang="es-CO" b="0" dirty="0" err="1">
                <a:latin typeface="Calibri"/>
                <a:cs typeface="Calibri"/>
              </a:rPr>
              <a:t>Transparent</a:t>
            </a:r>
            <a:r>
              <a:rPr lang="es-CO" b="0" dirty="0">
                <a:latin typeface="Calibri"/>
                <a:cs typeface="Calibri"/>
              </a:rPr>
              <a:t> </a:t>
            </a:r>
            <a:r>
              <a:rPr lang="es-CO" b="0" dirty="0" err="1">
                <a:latin typeface="Calibri"/>
                <a:cs typeface="Calibri"/>
              </a:rPr>
              <a:t>reporting</a:t>
            </a:r>
            <a:r>
              <a:rPr lang="es-CO" b="0" dirty="0">
                <a:latin typeface="Calibri"/>
                <a:cs typeface="Calibri"/>
              </a:rPr>
              <a:t> </a:t>
            </a:r>
            <a:r>
              <a:rPr lang="es-CO" b="0" dirty="0" err="1">
                <a:latin typeface="Calibri"/>
                <a:cs typeface="Calibri"/>
              </a:rPr>
              <a:t>of</a:t>
            </a:r>
            <a:r>
              <a:rPr lang="es-CO" b="0" dirty="0">
                <a:latin typeface="Calibri"/>
                <a:cs typeface="Calibri"/>
              </a:rPr>
              <a:t> a multivariable </a:t>
            </a:r>
            <a:r>
              <a:rPr lang="es-CO" b="0" dirty="0" err="1">
                <a:latin typeface="Calibri"/>
                <a:cs typeface="Calibri"/>
              </a:rPr>
              <a:t>prediction</a:t>
            </a:r>
            <a:r>
              <a:rPr lang="es-CO" b="0" dirty="0">
                <a:latin typeface="Calibri"/>
                <a:cs typeface="Calibri"/>
              </a:rPr>
              <a:t> </a:t>
            </a:r>
            <a:r>
              <a:rPr lang="es-CO" b="0" dirty="0" err="1">
                <a:latin typeface="Calibri"/>
                <a:cs typeface="Calibri"/>
              </a:rPr>
              <a:t>model</a:t>
            </a:r>
            <a:r>
              <a:rPr lang="es-CO" b="0" dirty="0">
                <a:latin typeface="Calibri"/>
                <a:cs typeface="Calibri"/>
              </a:rPr>
              <a:t> </a:t>
            </a:r>
            <a:r>
              <a:rPr lang="es-CO" b="0" dirty="0" err="1">
                <a:latin typeface="Calibri"/>
                <a:cs typeface="Calibri"/>
              </a:rPr>
              <a:t>for</a:t>
            </a:r>
            <a:r>
              <a:rPr lang="es-CO" b="0" dirty="0">
                <a:latin typeface="Calibri"/>
                <a:cs typeface="Calibri"/>
              </a:rPr>
              <a:t> individual prognosis </a:t>
            </a:r>
            <a:r>
              <a:rPr lang="es-CO" b="0" dirty="0" err="1">
                <a:latin typeface="Calibri"/>
                <a:cs typeface="Calibri"/>
              </a:rPr>
              <a:t>or</a:t>
            </a:r>
            <a:r>
              <a:rPr lang="es-CO" b="0" dirty="0">
                <a:latin typeface="Calibri"/>
                <a:cs typeface="Calibri"/>
              </a:rPr>
              <a:t> diagnosis</a:t>
            </a:r>
            <a:endParaRPr lang="es-CO" dirty="0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F549450A-AA3F-058D-4585-81C345395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03546" y="1825626"/>
            <a:ext cx="7656489" cy="4957933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6F17A1-2FE2-5E2B-5E0E-2D64DED6F4CE}"/>
              </a:ext>
            </a:extLst>
          </p:cNvPr>
          <p:cNvSpPr txBox="1"/>
          <p:nvPr/>
        </p:nvSpPr>
        <p:spPr>
          <a:xfrm>
            <a:off x="527713" y="4929116"/>
            <a:ext cx="358986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Aptos"/>
              </a:rPr>
              <a:t>Collins, G.S., Reitsma, J.B., Altman, D.G. et al. Transparent reporting of a multivariable prediction model for individual prognosis or diagnosis (TRIPOD): the TRIPOD Statement. BMC Med 13, 1 (2015). </a:t>
            </a:r>
            <a:r>
              <a:rPr lang="en-US" sz="1400" dirty="0">
                <a:latin typeface="Aptos"/>
                <a:hlinkClick r:id="rId4"/>
              </a:rPr>
              <a:t>https://doi.org/10.1186/s12916-014-0241-z</a:t>
            </a:r>
            <a:r>
              <a:rPr lang="en-US" sz="1400" dirty="0">
                <a:latin typeface="Aptos"/>
              </a:rPr>
              <a:t> 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09757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>
            <a:extLst>
              <a:ext uri="{FF2B5EF4-FFF2-40B4-BE49-F238E27FC236}">
                <a16:creationId xmlns:a16="http://schemas.microsoft.com/office/drawing/2014/main" id="{52B77541-735B-D43C-0203-EDC9C5861C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803275"/>
            <a:ext cx="10515600" cy="887413"/>
          </a:xfrm>
        </p:spPr>
        <p:txBody>
          <a:bodyPr/>
          <a:lstStyle/>
          <a:p>
            <a:pPr eaLnBrk="1" hangingPunct="1"/>
            <a:endParaRPr lang="es-CO" altLang="es-CO"/>
          </a:p>
        </p:txBody>
      </p:sp>
      <p:pic>
        <p:nvPicPr>
          <p:cNvPr id="15363" name="Marcador de contenido 4" descr="Texto, Carta&#10;&#10;Descripción generada automáticamente">
            <a:extLst>
              <a:ext uri="{FF2B5EF4-FFF2-40B4-BE49-F238E27FC236}">
                <a16:creationId xmlns:a16="http://schemas.microsoft.com/office/drawing/2014/main" id="{8C89DB24-5C85-533C-58D4-C8254723D2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61175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845</TotalTime>
  <Words>240</Words>
  <Application>Microsoft Office PowerPoint</Application>
  <PresentationFormat>Widescreen</PresentationFormat>
  <Paragraphs>34</Paragraphs>
  <Slides>25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Tema de Office</vt:lpstr>
      <vt:lpstr>PowerPoint Presentation</vt:lpstr>
      <vt:lpstr>Etica en ciencia de datos en salud</vt:lpstr>
      <vt:lpstr>PowerPoint Presentation</vt:lpstr>
      <vt:lpstr>Top 10 Riesgos de la tecnología en salud para el 2023 </vt:lpstr>
      <vt:lpstr>Conceptos éticos y de protección de la información </vt:lpstr>
      <vt:lpstr>PowerPoint Presentation</vt:lpstr>
      <vt:lpstr>Marco ético para la Inteligencia Artificial </vt:lpstr>
      <vt:lpstr>Principios del Centro de Inteligencia artificial en salud para américa latina y el caribe - CLIAS  </vt:lpstr>
      <vt:lpstr>Principios del Centro de Inteligencia artificial en salud para américa latina y el caribe - CLIAS  </vt:lpstr>
      <vt:lpstr>Etica en ciencia de datos en salud</vt:lpstr>
      <vt:lpstr>Principios FAIR</vt:lpstr>
      <vt:lpstr>Findable (F)</vt:lpstr>
      <vt:lpstr>Accesible (A)</vt:lpstr>
      <vt:lpstr>Interoperable (I)</vt:lpstr>
      <vt:lpstr>Reusable (R)</vt:lpstr>
      <vt:lpstr>Sesgo en ML:</vt:lpstr>
      <vt:lpstr>PROBAST (Prediction model Risk Of Bias ASsessment Tool)</vt:lpstr>
      <vt:lpstr>PROBAST: Pasos</vt:lpstr>
      <vt:lpstr>PROBAST: Participants</vt:lpstr>
      <vt:lpstr>PROBAST: Predictors</vt:lpstr>
      <vt:lpstr>PROBAST:  Outcome</vt:lpstr>
      <vt:lpstr>PROBAST: Analysis</vt:lpstr>
      <vt:lpstr>CHARMS:</vt:lpstr>
      <vt:lpstr>TRIPOD: Transparent reporting of a multivariable prediction model for individual prognosis or diagnosis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Juliana Villa Gil</dc:creator>
  <cp:lastModifiedBy>Ever Augusto Torres Silva</cp:lastModifiedBy>
  <cp:revision>276</cp:revision>
  <dcterms:created xsi:type="dcterms:W3CDTF">2024-01-22T13:17:21Z</dcterms:created>
  <dcterms:modified xsi:type="dcterms:W3CDTF">2024-05-29T15:41:11Z</dcterms:modified>
</cp:coreProperties>
</file>